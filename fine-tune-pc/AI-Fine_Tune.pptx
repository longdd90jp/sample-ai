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7" r:id="rId8"/>
    <p:sldId id="262" r:id="rId9"/>
    <p:sldId id="268" r:id="rId10"/>
    <p:sldId id="263" r:id="rId11"/>
    <p:sldId id="265" r:id="rId12"/>
    <p:sldId id="269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84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075FA-C746-473E-A7BA-3913CDCFD3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54A29-220E-48A0-AA7A-854CFFC161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1251F-2022-4B35-8FAA-13FA5472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BB149-4F03-49B4-86F4-31F97909BE1C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4BC15-3672-4897-8E2E-C914AF17A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5BEFF-B415-4C19-9B63-E842A05D0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77FBA-E8B7-4E0C-BEAA-E536CC69B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36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AD5D3-F2FC-4839-A270-FC235C310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7EB4A-5383-41DC-A6B8-300A9B91D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F3E57-A26A-4ED2-B323-18EBB4544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BB149-4F03-49B4-86F4-31F97909BE1C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033ED-4A4D-4252-B202-EDA672097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F2FAE-9E0A-44ED-9E17-D2FAC9C81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77FBA-E8B7-4E0C-BEAA-E536CC69B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962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CD19A-2EF2-477D-A770-F0E066CA5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B262B-4DB4-4934-89CD-2F5AF84BD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9B829-470A-4CD2-98BB-AED2E20D3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BB149-4F03-49B4-86F4-31F97909BE1C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92FB3-78D6-4D98-9ED6-615EF9F89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D4774-D01E-4B0B-8233-E4B3D73C5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77FBA-E8B7-4E0C-BEAA-E536CC69B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613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C79FA-51B0-4108-A5FF-927FDCA06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B5964-A7CE-4CC9-B677-E8D33615C6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158474-88F5-48FB-AC4C-F77C8D75D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F2DD1-31F5-4A46-B326-AE0DA4E58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BB149-4F03-49B4-86F4-31F97909BE1C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5166D-C70B-4259-AC64-213DA128C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E13B4-D888-4762-9A71-CC18731B6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77FBA-E8B7-4E0C-BEAA-E536CC69B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95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68655-9D71-4F1B-917E-03D48123F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92A93-B30D-4870-95E6-3CE56574D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10390D-1638-4ABF-950D-D61D879CB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FAC21B-767C-48D8-B609-82296A64D2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F3B0C2-8AE3-4D94-B84E-060DD08097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140039-FEDB-431F-81F1-5DDBEC5D0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BB149-4F03-49B4-86F4-31F97909BE1C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D5DF88-3E99-470A-90D3-4315637D4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B5F1AB-4324-47B8-BE2D-CC863EEE0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77FBA-E8B7-4E0C-BEAA-E536CC69B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44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F161E-0007-4232-B966-9A3018ABA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F3A011-424D-4257-9A74-F833D3399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BB149-4F03-49B4-86F4-31F97909BE1C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F5C86-0D1B-4439-804A-5BCA55FB4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F864F9-A92A-4D86-86AD-0132B3D06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77FBA-E8B7-4E0C-BEAA-E536CC69B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59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4265A6-DCED-4059-987B-BED2A376D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BB149-4F03-49B4-86F4-31F97909BE1C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A1A4DB-1760-4490-85EE-081EE3EBD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8DCBD-C56C-4B16-8939-A08568F87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77FBA-E8B7-4E0C-BEAA-E536CC69B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774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5979F-2A62-4E2C-8C3E-905A61448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464FA-D3C4-41FF-AA8B-CC8689912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B79989-8D60-40CC-88EF-7EBDCA3AA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CD839-1995-4C88-8A86-2CDE40A99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BB149-4F03-49B4-86F4-31F97909BE1C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C85CD-13E9-4349-A775-79F66844A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C695B-379E-4F48-A7A1-237224E28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77FBA-E8B7-4E0C-BEAA-E536CC69B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021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E718B-8636-4122-A05A-E039AF03C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769CA9-6BEB-4887-BAF2-D895877223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A6A85F-BD9F-48DC-9BD8-894AB1201E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EE232-5DD2-4425-A432-2D65C4495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BB149-4F03-49B4-86F4-31F97909BE1C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8536B-0D06-4B80-BB43-43AD15498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65EF3-687C-44A0-8E43-2480A923C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77FBA-E8B7-4E0C-BEAA-E536CC69B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549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B36E8-BA93-4908-A17E-5E41D545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8E4A08-3894-48DE-846F-90CC0D79B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63DCE-7AF4-4370-9D52-7EA1C3FF8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BB149-4F03-49B4-86F4-31F97909BE1C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97780-A4FE-4502-8EE0-B640AB526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6CBE-C9A3-4FC6-BF4E-3F909588E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77FBA-E8B7-4E0C-BEAA-E536CC69B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724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06FC72-5F21-48AC-A272-60E549CD59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A325CF-55EA-4D2D-A629-486CCC82A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A86B5-9723-4C8B-8D57-20E21C19B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BB149-4F03-49B4-86F4-31F97909BE1C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54D2C-7F15-42DC-B87E-4EC79D659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C79E5-3D55-4CEA-BE91-DAA18B310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77FBA-E8B7-4E0C-BEAA-E536CC69B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66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487DFA-D5AA-4C8B-BA4B-D1599898A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71FDF-E02E-4AE0-A0CF-5D0D4B151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82D33-3547-4416-89EA-47A3F2BC0D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ABB149-4F03-49B4-86F4-31F97909BE1C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69251-4F1A-41B5-B525-3C76C6B3F1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2053C-64EC-4736-97FC-EE4432B96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677FBA-E8B7-4E0C-BEAA-E536CC69B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659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45F54-7DFF-43FA-83E7-0975C6C03D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917F7A-8473-4148-866F-71985FFC58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189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59C52-6A20-42D2-A0FE-08CFC9B09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Pre-trained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29BA7-22D4-4B9A-9F6B-24783A91C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vi-VN" dirty="0"/>
              <a:t> </a:t>
            </a:r>
            <a:r>
              <a:rPr lang="vi-VN" dirty="0" err="1"/>
              <a:t>Pre-trained</a:t>
            </a:r>
            <a:r>
              <a:rPr lang="vi-VN" dirty="0"/>
              <a:t> </a:t>
            </a:r>
            <a:r>
              <a:rPr lang="vi-VN" dirty="0" err="1"/>
              <a:t>model</a:t>
            </a:r>
            <a:r>
              <a:rPr lang="vi-VN" dirty="0"/>
              <a:t> (Mô </a:t>
            </a:r>
            <a:r>
              <a:rPr lang="vi-VN" dirty="0" err="1"/>
              <a:t>hình</a:t>
            </a:r>
            <a:r>
              <a:rPr lang="vi-VN" dirty="0"/>
              <a:t> </a:t>
            </a:r>
            <a:r>
              <a:rPr lang="vi-VN" dirty="0" err="1"/>
              <a:t>được</a:t>
            </a:r>
            <a:r>
              <a:rPr lang="vi-VN" dirty="0"/>
              <a:t> </a:t>
            </a:r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r>
              <a:rPr lang="vi-VN" dirty="0"/>
              <a:t> </a:t>
            </a:r>
            <a:r>
              <a:rPr lang="vi-VN" dirty="0" err="1"/>
              <a:t>trước</a:t>
            </a:r>
            <a:r>
              <a:rPr lang="vi-VN" dirty="0"/>
              <a:t>) </a:t>
            </a:r>
            <a:r>
              <a:rPr lang="vi-VN" dirty="0" err="1"/>
              <a:t>là</a:t>
            </a:r>
            <a:r>
              <a:rPr lang="vi-VN" dirty="0"/>
              <a:t> </a:t>
            </a:r>
            <a:r>
              <a:rPr lang="vi-VN" dirty="0" err="1"/>
              <a:t>một</a:t>
            </a:r>
            <a:r>
              <a:rPr lang="vi-VN" dirty="0"/>
              <a:t> mô </a:t>
            </a:r>
            <a:r>
              <a:rPr lang="vi-VN" dirty="0" err="1"/>
              <a:t>hình</a:t>
            </a:r>
            <a:r>
              <a:rPr lang="vi-VN" dirty="0"/>
              <a:t> </a:t>
            </a:r>
            <a:r>
              <a:rPr lang="vi-VN" dirty="0" err="1"/>
              <a:t>trí</a:t>
            </a:r>
            <a:r>
              <a:rPr lang="vi-VN" dirty="0"/>
              <a:t> </a:t>
            </a:r>
            <a:r>
              <a:rPr lang="vi-VN" dirty="0" err="1"/>
              <a:t>tuệ</a:t>
            </a:r>
            <a:r>
              <a:rPr lang="vi-VN" dirty="0"/>
              <a:t> nhân </a:t>
            </a:r>
            <a:r>
              <a:rPr lang="vi-VN" dirty="0" err="1"/>
              <a:t>tạo</a:t>
            </a:r>
            <a:r>
              <a:rPr lang="vi-VN" dirty="0"/>
              <a:t> (</a:t>
            </a:r>
            <a:r>
              <a:rPr lang="vi-VN" dirty="0" err="1"/>
              <a:t>thường</a:t>
            </a:r>
            <a:r>
              <a:rPr lang="vi-VN" dirty="0"/>
              <a:t> </a:t>
            </a:r>
            <a:r>
              <a:rPr lang="vi-VN" dirty="0" err="1"/>
              <a:t>là</a:t>
            </a:r>
            <a:r>
              <a:rPr lang="vi-VN" dirty="0"/>
              <a:t> </a:t>
            </a:r>
            <a:r>
              <a:rPr lang="vi-VN" dirty="0" err="1"/>
              <a:t>các</a:t>
            </a:r>
            <a:r>
              <a:rPr lang="vi-VN" dirty="0"/>
              <a:t> mô </a:t>
            </a:r>
            <a:r>
              <a:rPr lang="vi-VN" dirty="0" err="1"/>
              <a:t>hình</a:t>
            </a:r>
            <a:r>
              <a:rPr lang="vi-VN" dirty="0"/>
              <a:t> ngôn </a:t>
            </a:r>
            <a:r>
              <a:rPr lang="vi-VN" dirty="0" err="1"/>
              <a:t>ngữ</a:t>
            </a:r>
            <a:r>
              <a:rPr lang="vi-VN" dirty="0"/>
              <a:t> </a:t>
            </a:r>
            <a:r>
              <a:rPr lang="vi-VN" dirty="0" err="1"/>
              <a:t>lớn</a:t>
            </a:r>
            <a:r>
              <a:rPr lang="vi-VN" dirty="0"/>
              <a:t> - LLM như GPT) </a:t>
            </a:r>
            <a:r>
              <a:rPr lang="vi-VN" dirty="0" err="1"/>
              <a:t>đã</a:t>
            </a:r>
            <a:r>
              <a:rPr lang="vi-VN" dirty="0"/>
              <a:t> </a:t>
            </a:r>
            <a:r>
              <a:rPr lang="vi-VN" dirty="0" err="1"/>
              <a:t>trải</a:t>
            </a:r>
            <a:r>
              <a:rPr lang="vi-VN" dirty="0"/>
              <a:t> qua giai </a:t>
            </a:r>
            <a:r>
              <a:rPr lang="vi-VN" dirty="0" err="1"/>
              <a:t>đoạn</a:t>
            </a:r>
            <a:r>
              <a:rPr lang="vi-VN" dirty="0"/>
              <a:t> </a:t>
            </a:r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r>
              <a:rPr lang="vi-VN" dirty="0"/>
              <a:t> ban </a:t>
            </a:r>
            <a:r>
              <a:rPr lang="vi-VN" dirty="0" err="1"/>
              <a:t>đầu</a:t>
            </a:r>
            <a:r>
              <a:rPr lang="vi-VN" dirty="0"/>
              <a:t> trên </a:t>
            </a:r>
            <a:r>
              <a:rPr lang="vi-VN" dirty="0" err="1"/>
              <a:t>một</a:t>
            </a:r>
            <a:r>
              <a:rPr lang="vi-VN" dirty="0"/>
              <a:t> </a:t>
            </a:r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khổng</a:t>
            </a:r>
            <a:r>
              <a:rPr lang="vi-VN" dirty="0"/>
              <a:t> </a:t>
            </a:r>
            <a:r>
              <a:rPr lang="vi-VN" dirty="0" err="1"/>
              <a:t>lồ</a:t>
            </a:r>
            <a:r>
              <a:rPr lang="en-US" dirty="0"/>
              <a:t>.</a:t>
            </a:r>
          </a:p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:</a:t>
            </a:r>
          </a:p>
          <a:p>
            <a:pPr lvl="1"/>
            <a:r>
              <a:rPr lang="vi-VN" dirty="0" err="1"/>
              <a:t>Học</a:t>
            </a:r>
            <a:r>
              <a:rPr lang="vi-VN" dirty="0"/>
              <a:t> </a:t>
            </a:r>
            <a:r>
              <a:rPr lang="vi-VN" dirty="0" err="1"/>
              <a:t>kiến</a:t>
            </a:r>
            <a:r>
              <a:rPr lang="vi-VN" dirty="0"/>
              <a:t> </a:t>
            </a:r>
            <a:r>
              <a:rPr lang="vi-VN" dirty="0" err="1"/>
              <a:t>thức</a:t>
            </a:r>
            <a:r>
              <a:rPr lang="vi-VN" dirty="0"/>
              <a:t> </a:t>
            </a:r>
            <a:r>
              <a:rPr lang="vi-VN" dirty="0" err="1"/>
              <a:t>tổng</a:t>
            </a:r>
            <a:r>
              <a:rPr lang="vi-VN" dirty="0"/>
              <a:t> </a:t>
            </a:r>
            <a:r>
              <a:rPr lang="vi-VN" dirty="0" err="1"/>
              <a:t>quát</a:t>
            </a:r>
            <a:r>
              <a:rPr lang="vi-VN" dirty="0"/>
              <a:t>: </a:t>
            </a:r>
            <a:r>
              <a:rPr lang="vi-VN" dirty="0" err="1"/>
              <a:t>Mục</a:t>
            </a:r>
            <a:r>
              <a:rPr lang="vi-VN" dirty="0"/>
              <a:t> tiêu </a:t>
            </a:r>
            <a:r>
              <a:rPr lang="vi-VN" dirty="0" err="1"/>
              <a:t>của</a:t>
            </a:r>
            <a:r>
              <a:rPr lang="vi-VN" dirty="0"/>
              <a:t> giai </a:t>
            </a:r>
            <a:r>
              <a:rPr lang="vi-VN" dirty="0" err="1"/>
              <a:t>đoạn</a:t>
            </a:r>
            <a:r>
              <a:rPr lang="vi-VN" dirty="0"/>
              <a:t> </a:t>
            </a:r>
            <a:r>
              <a:rPr lang="vi-VN" dirty="0" err="1"/>
              <a:t>pre-training</a:t>
            </a:r>
            <a:r>
              <a:rPr lang="vi-VN" dirty="0"/>
              <a:t> </a:t>
            </a:r>
            <a:r>
              <a:rPr lang="vi-VN" dirty="0" err="1"/>
              <a:t>là</a:t>
            </a:r>
            <a:r>
              <a:rPr lang="vi-VN" dirty="0"/>
              <a:t> </a:t>
            </a:r>
            <a:r>
              <a:rPr lang="vi-VN" dirty="0" err="1"/>
              <a:t>giúp</a:t>
            </a:r>
            <a:r>
              <a:rPr lang="vi-VN" dirty="0"/>
              <a:t> mô </a:t>
            </a:r>
            <a:r>
              <a:rPr lang="vi-VN" dirty="0" err="1"/>
              <a:t>hình</a:t>
            </a:r>
            <a:r>
              <a:rPr lang="vi-VN" dirty="0"/>
              <a:t> </a:t>
            </a:r>
            <a:r>
              <a:rPr lang="vi-VN" dirty="0" err="1"/>
              <a:t>hiểu</a:t>
            </a:r>
            <a:r>
              <a:rPr lang="vi-VN" dirty="0"/>
              <a:t> </a:t>
            </a:r>
            <a:r>
              <a:rPr lang="vi-VN" dirty="0" err="1"/>
              <a:t>các</a:t>
            </a:r>
            <a:r>
              <a:rPr lang="vi-VN" dirty="0"/>
              <a:t> nguyên </a:t>
            </a:r>
            <a:r>
              <a:rPr lang="vi-VN" dirty="0" err="1"/>
              <a:t>tắc</a:t>
            </a:r>
            <a:r>
              <a:rPr lang="vi-VN" dirty="0"/>
              <a:t> cơ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ngôn </a:t>
            </a:r>
            <a:r>
              <a:rPr lang="vi-VN" dirty="0" err="1"/>
              <a:t>ngữ</a:t>
            </a:r>
            <a:r>
              <a:rPr lang="vi-VN" dirty="0"/>
              <a:t> </a:t>
            </a:r>
            <a:r>
              <a:rPr lang="vi-VN" dirty="0" err="1"/>
              <a:t>tự</a:t>
            </a:r>
            <a:r>
              <a:rPr lang="vi-VN" dirty="0"/>
              <a:t> nhiên, </a:t>
            </a:r>
            <a:r>
              <a:rPr lang="vi-VN" dirty="0" err="1"/>
              <a:t>cách</a:t>
            </a:r>
            <a:r>
              <a:rPr lang="vi-VN" dirty="0"/>
              <a:t> </a:t>
            </a:r>
            <a:r>
              <a:rPr lang="vi-VN" dirty="0" err="1"/>
              <a:t>sắp</a:t>
            </a:r>
            <a:r>
              <a:rPr lang="vi-VN" dirty="0"/>
              <a:t> </a:t>
            </a:r>
            <a:r>
              <a:rPr lang="vi-VN" dirty="0" err="1"/>
              <a:t>xếp</a:t>
            </a:r>
            <a:r>
              <a:rPr lang="vi-VN" dirty="0"/>
              <a:t> </a:t>
            </a:r>
            <a:r>
              <a:rPr lang="vi-VN" dirty="0" err="1"/>
              <a:t>từ</a:t>
            </a:r>
            <a:r>
              <a:rPr lang="vi-VN" dirty="0"/>
              <a:t> </a:t>
            </a:r>
            <a:r>
              <a:rPr lang="vi-VN" dirty="0" err="1"/>
              <a:t>ngữ</a:t>
            </a:r>
            <a:r>
              <a:rPr lang="vi-VN" dirty="0"/>
              <a:t>, </a:t>
            </a:r>
            <a:r>
              <a:rPr lang="vi-VN" dirty="0" err="1"/>
              <a:t>ngữ</a:t>
            </a:r>
            <a:r>
              <a:rPr lang="vi-VN" dirty="0"/>
              <a:t> </a:t>
            </a:r>
            <a:r>
              <a:rPr lang="vi-VN" dirty="0" err="1"/>
              <a:t>pháp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</a:t>
            </a:r>
            <a:r>
              <a:rPr lang="vi-VN" dirty="0" err="1"/>
              <a:t>tiếp</a:t>
            </a:r>
            <a:r>
              <a:rPr lang="vi-VN" dirty="0"/>
              <a:t> thu </a:t>
            </a:r>
            <a:r>
              <a:rPr lang="vi-VN" dirty="0" err="1"/>
              <a:t>một</a:t>
            </a:r>
            <a:r>
              <a:rPr lang="vi-VN" dirty="0"/>
              <a:t> </a:t>
            </a:r>
            <a:r>
              <a:rPr lang="vi-VN" dirty="0" err="1"/>
              <a:t>lượng</a:t>
            </a:r>
            <a:r>
              <a:rPr lang="vi-VN" dirty="0"/>
              <a:t> </a:t>
            </a:r>
            <a:r>
              <a:rPr lang="vi-VN" dirty="0" err="1"/>
              <a:t>kiến</a:t>
            </a:r>
            <a:r>
              <a:rPr lang="vi-VN" dirty="0"/>
              <a:t> </a:t>
            </a:r>
            <a:r>
              <a:rPr lang="vi-VN" dirty="0" err="1"/>
              <a:t>thức</a:t>
            </a:r>
            <a:r>
              <a:rPr lang="vi-VN" dirty="0"/>
              <a:t> </a:t>
            </a:r>
            <a:r>
              <a:rPr lang="vi-VN" dirty="0" err="1"/>
              <a:t>rộng</a:t>
            </a:r>
            <a:r>
              <a:rPr lang="vi-VN" dirty="0"/>
              <a:t> </a:t>
            </a:r>
            <a:r>
              <a:rPr lang="vi-VN" dirty="0" err="1"/>
              <a:t>lớn</a:t>
            </a:r>
            <a:r>
              <a:rPr lang="vi-VN" dirty="0"/>
              <a:t> </a:t>
            </a:r>
            <a:r>
              <a:rPr lang="vi-VN" dirty="0" err="1"/>
              <a:t>về</a:t>
            </a:r>
            <a:r>
              <a:rPr lang="vi-VN" dirty="0"/>
              <a:t> </a:t>
            </a:r>
            <a:r>
              <a:rPr lang="vi-VN" dirty="0" err="1"/>
              <a:t>thế</a:t>
            </a:r>
            <a:r>
              <a:rPr lang="vi-VN" dirty="0"/>
              <a:t> </a:t>
            </a:r>
            <a:r>
              <a:rPr lang="vi-VN" dirty="0" err="1"/>
              <a:t>giớ</a:t>
            </a:r>
            <a:r>
              <a:rPr lang="en-US" dirty="0" err="1"/>
              <a:t>i</a:t>
            </a:r>
            <a:endParaRPr lang="en-US" dirty="0"/>
          </a:p>
          <a:p>
            <a:pPr lvl="1"/>
            <a:r>
              <a:rPr lang="vi-VN" dirty="0"/>
              <a:t>Cơ </a:t>
            </a:r>
            <a:r>
              <a:rPr lang="vi-VN" dirty="0" err="1"/>
              <a:t>chế</a:t>
            </a:r>
            <a:r>
              <a:rPr lang="vi-VN" dirty="0"/>
              <a:t> </a:t>
            </a:r>
            <a:r>
              <a:rPr lang="vi-VN" dirty="0" err="1"/>
              <a:t>hoạt</a:t>
            </a:r>
            <a:r>
              <a:rPr lang="vi-VN" dirty="0"/>
              <a:t> </a:t>
            </a:r>
            <a:r>
              <a:rPr lang="vi-VN" dirty="0" err="1"/>
              <a:t>động</a:t>
            </a:r>
            <a:r>
              <a:rPr lang="vi-VN" dirty="0"/>
              <a:t>: </a:t>
            </a:r>
            <a:r>
              <a:rPr lang="vi-VN" dirty="0" err="1"/>
              <a:t>Về</a:t>
            </a:r>
            <a:r>
              <a:rPr lang="vi-VN" dirty="0"/>
              <a:t> cơ </a:t>
            </a:r>
            <a:r>
              <a:rPr lang="vi-VN" dirty="0" err="1"/>
              <a:t>bản</a:t>
            </a:r>
            <a:r>
              <a:rPr lang="vi-VN" dirty="0"/>
              <a:t>, </a:t>
            </a:r>
            <a:r>
              <a:rPr lang="vi-VN" dirty="0" err="1"/>
              <a:t>các</a:t>
            </a:r>
            <a:r>
              <a:rPr lang="vi-VN" dirty="0"/>
              <a:t> mô </a:t>
            </a:r>
            <a:r>
              <a:rPr lang="vi-VN" dirty="0" err="1"/>
              <a:t>hình</a:t>
            </a:r>
            <a:r>
              <a:rPr lang="vi-VN" dirty="0"/>
              <a:t> </a:t>
            </a:r>
            <a:r>
              <a:rPr lang="vi-VN" dirty="0" err="1"/>
              <a:t>này</a:t>
            </a:r>
            <a:r>
              <a:rPr lang="vi-VN" dirty="0"/>
              <a:t> </a:t>
            </a:r>
            <a:r>
              <a:rPr lang="vi-VN" dirty="0" err="1"/>
              <a:t>được</a:t>
            </a:r>
            <a:r>
              <a:rPr lang="vi-VN" dirty="0"/>
              <a:t> </a:t>
            </a:r>
            <a:r>
              <a:rPr lang="vi-VN" dirty="0" err="1"/>
              <a:t>thiết</a:t>
            </a:r>
            <a:r>
              <a:rPr lang="vi-VN" dirty="0"/>
              <a:t> </a:t>
            </a:r>
            <a:r>
              <a:rPr lang="vi-VN" dirty="0" err="1"/>
              <a:t>kế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dự</a:t>
            </a:r>
            <a:r>
              <a:rPr lang="vi-VN" dirty="0"/>
              <a:t> </a:t>
            </a:r>
            <a:r>
              <a:rPr lang="vi-VN" dirty="0" err="1"/>
              <a:t>đoán</a:t>
            </a:r>
            <a:r>
              <a:rPr lang="vi-VN" dirty="0"/>
              <a:t> </a:t>
            </a:r>
            <a:r>
              <a:rPr lang="vi-VN" dirty="0" err="1"/>
              <a:t>từ</a:t>
            </a:r>
            <a:r>
              <a:rPr lang="vi-VN" dirty="0"/>
              <a:t> </a:t>
            </a:r>
            <a:r>
              <a:rPr lang="vi-VN" dirty="0" err="1"/>
              <a:t>tiếp</a:t>
            </a:r>
            <a:r>
              <a:rPr lang="vi-VN" dirty="0"/>
              <a:t> theo trong </a:t>
            </a:r>
            <a:r>
              <a:rPr lang="vi-VN" dirty="0" err="1"/>
              <a:t>một</a:t>
            </a:r>
            <a:r>
              <a:rPr lang="vi-VN" dirty="0"/>
              <a:t> câu </a:t>
            </a:r>
            <a:r>
              <a:rPr lang="vi-VN" dirty="0" err="1"/>
              <a:t>dựa</a:t>
            </a:r>
            <a:r>
              <a:rPr lang="vi-VN" dirty="0"/>
              <a:t> trên </a:t>
            </a:r>
            <a:r>
              <a:rPr lang="vi-VN" dirty="0" err="1"/>
              <a:t>những</a:t>
            </a:r>
            <a:r>
              <a:rPr lang="vi-VN" dirty="0"/>
              <a:t> </a:t>
            </a:r>
            <a:r>
              <a:rPr lang="vi-VN" dirty="0" err="1"/>
              <a:t>đoạn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đi </a:t>
            </a:r>
            <a:r>
              <a:rPr lang="vi-VN" dirty="0" err="1"/>
              <a:t>trước</a:t>
            </a:r>
            <a:r>
              <a:rPr lang="vi-VN" dirty="0"/>
              <a:t> </a:t>
            </a:r>
            <a:r>
              <a:rPr lang="vi-VN" dirty="0" err="1"/>
              <a:t>nó</a:t>
            </a:r>
            <a:r>
              <a:rPr lang="vi-VN" dirty="0"/>
              <a:t>.</a:t>
            </a:r>
            <a:endParaRPr lang="en-US" dirty="0"/>
          </a:p>
          <a:p>
            <a:pPr lvl="2"/>
            <a:r>
              <a:rPr lang="vi-VN" dirty="0" err="1"/>
              <a:t>Ví</a:t>
            </a:r>
            <a:r>
              <a:rPr lang="vi-VN" dirty="0"/>
              <a:t> </a:t>
            </a:r>
            <a:r>
              <a:rPr lang="vi-VN" dirty="0" err="1"/>
              <a:t>dụ</a:t>
            </a:r>
            <a:r>
              <a:rPr lang="vi-VN" dirty="0"/>
              <a:t>: </a:t>
            </a:r>
            <a:r>
              <a:rPr lang="vi-VN" dirty="0" err="1"/>
              <a:t>Các</a:t>
            </a:r>
            <a:r>
              <a:rPr lang="vi-VN" dirty="0"/>
              <a:t> mô </a:t>
            </a:r>
            <a:r>
              <a:rPr lang="vi-VN" dirty="0" err="1"/>
              <a:t>hình</a:t>
            </a:r>
            <a:r>
              <a:rPr lang="vi-VN" dirty="0"/>
              <a:t> như GPT (</a:t>
            </a:r>
            <a:r>
              <a:rPr lang="vi-VN" dirty="0" err="1"/>
              <a:t>Generative</a:t>
            </a:r>
            <a:r>
              <a:rPr lang="vi-VN" dirty="0"/>
              <a:t> </a:t>
            </a:r>
            <a:r>
              <a:rPr lang="vi-VN" dirty="0" err="1"/>
              <a:t>Pre-trained</a:t>
            </a:r>
            <a:r>
              <a:rPr lang="vi-VN" dirty="0"/>
              <a:t> </a:t>
            </a:r>
            <a:r>
              <a:rPr lang="vi-VN" dirty="0" err="1"/>
              <a:t>Transformer</a:t>
            </a:r>
            <a:r>
              <a:rPr lang="vi-VN" dirty="0"/>
              <a:t>) hay BERT </a:t>
            </a:r>
            <a:r>
              <a:rPr lang="vi-VN" dirty="0" err="1"/>
              <a:t>là</a:t>
            </a:r>
            <a:r>
              <a:rPr lang="vi-VN" dirty="0"/>
              <a:t> </a:t>
            </a:r>
            <a:r>
              <a:rPr lang="vi-VN" dirty="0" err="1"/>
              <a:t>những</a:t>
            </a:r>
            <a:r>
              <a:rPr lang="vi-VN" dirty="0"/>
              <a:t> </a:t>
            </a:r>
            <a:r>
              <a:rPr lang="vi-VN" dirty="0" err="1"/>
              <a:t>pre-trained</a:t>
            </a:r>
            <a:r>
              <a:rPr lang="vi-VN" dirty="0"/>
              <a:t> </a:t>
            </a:r>
            <a:r>
              <a:rPr lang="vi-VN" dirty="0" err="1"/>
              <a:t>models</a:t>
            </a:r>
            <a:r>
              <a:rPr lang="vi-VN" dirty="0"/>
              <a:t> </a:t>
            </a:r>
            <a:r>
              <a:rPr lang="vi-VN" dirty="0" err="1"/>
              <a:t>điển</a:t>
            </a:r>
            <a:r>
              <a:rPr lang="vi-VN" dirty="0"/>
              <a:t> </a:t>
            </a:r>
            <a:r>
              <a:rPr lang="vi-VN" dirty="0" err="1"/>
              <a:t>hình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60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59C52-6A20-42D2-A0FE-08CFC9B09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Fine-tuning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29BA7-22D4-4B9A-9F6B-24783A91C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vi-VN" b="1" dirty="0" err="1"/>
              <a:t>Fine-tuning</a:t>
            </a:r>
            <a:r>
              <a:rPr lang="vi-VN" dirty="0"/>
              <a:t> (tinh </a:t>
            </a:r>
            <a:r>
              <a:rPr lang="vi-VN" dirty="0" err="1"/>
              <a:t>chỉnh</a:t>
            </a:r>
            <a:r>
              <a:rPr lang="vi-VN" dirty="0"/>
              <a:t>) </a:t>
            </a:r>
            <a:r>
              <a:rPr lang="vi-VN" dirty="0" err="1"/>
              <a:t>là</a:t>
            </a:r>
            <a:r>
              <a:rPr lang="vi-VN" dirty="0"/>
              <a:t> </a:t>
            </a:r>
            <a:r>
              <a:rPr lang="vi-VN" dirty="0" err="1"/>
              <a:t>quá</a:t>
            </a:r>
            <a:r>
              <a:rPr lang="vi-VN" dirty="0"/>
              <a:t> </a:t>
            </a:r>
            <a:r>
              <a:rPr lang="vi-VN" dirty="0" err="1"/>
              <a:t>trình</a:t>
            </a:r>
            <a:r>
              <a:rPr lang="vi-VN" dirty="0"/>
              <a:t> </a:t>
            </a:r>
            <a:r>
              <a:rPr lang="vi-VN" dirty="0" err="1"/>
              <a:t>lấy</a:t>
            </a:r>
            <a:r>
              <a:rPr lang="vi-VN" dirty="0"/>
              <a:t> </a:t>
            </a:r>
            <a:r>
              <a:rPr lang="vi-VN" dirty="0" err="1"/>
              <a:t>một</a:t>
            </a:r>
            <a:r>
              <a:rPr lang="vi-VN" dirty="0"/>
              <a:t> mô </a:t>
            </a:r>
            <a:r>
              <a:rPr lang="vi-VN" dirty="0" err="1"/>
              <a:t>hình</a:t>
            </a:r>
            <a:r>
              <a:rPr lang="vi-VN" dirty="0"/>
              <a:t> ngôn </a:t>
            </a:r>
            <a:r>
              <a:rPr lang="vi-VN" dirty="0" err="1"/>
              <a:t>ngữ</a:t>
            </a:r>
            <a:r>
              <a:rPr lang="vi-VN" dirty="0"/>
              <a:t> </a:t>
            </a:r>
            <a:r>
              <a:rPr lang="vi-VN" dirty="0" err="1"/>
              <a:t>lớn</a:t>
            </a:r>
            <a:r>
              <a:rPr lang="vi-VN" dirty="0"/>
              <a:t> </a:t>
            </a:r>
            <a:r>
              <a:rPr lang="vi-VN" dirty="0" err="1"/>
              <a:t>đã</a:t>
            </a:r>
            <a:r>
              <a:rPr lang="vi-VN" dirty="0"/>
              <a:t> </a:t>
            </a:r>
            <a:r>
              <a:rPr lang="vi-VN" dirty="0" err="1"/>
              <a:t>được</a:t>
            </a:r>
            <a:r>
              <a:rPr lang="vi-VN" dirty="0"/>
              <a:t> </a:t>
            </a:r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r>
              <a:rPr lang="vi-VN" dirty="0"/>
              <a:t> </a:t>
            </a:r>
            <a:r>
              <a:rPr lang="vi-VN" dirty="0" err="1"/>
              <a:t>trước</a:t>
            </a:r>
            <a:r>
              <a:rPr lang="vi-VN" dirty="0"/>
              <a:t> (</a:t>
            </a:r>
            <a:r>
              <a:rPr lang="vi-VN" dirty="0" err="1"/>
              <a:t>pre-trained</a:t>
            </a:r>
            <a:r>
              <a:rPr lang="vi-VN" dirty="0"/>
              <a:t> </a:t>
            </a:r>
            <a:r>
              <a:rPr lang="vi-VN" dirty="0" err="1"/>
              <a:t>model</a:t>
            </a:r>
            <a:r>
              <a:rPr lang="vi-VN" dirty="0"/>
              <a:t>) </a:t>
            </a:r>
            <a:r>
              <a:rPr lang="vi-VN" dirty="0" err="1"/>
              <a:t>và</a:t>
            </a:r>
            <a:r>
              <a:rPr lang="vi-VN" dirty="0"/>
              <a:t> </a:t>
            </a:r>
            <a:r>
              <a:rPr lang="vi-VN" dirty="0" err="1"/>
              <a:t>tiếp</a:t>
            </a:r>
            <a:r>
              <a:rPr lang="vi-VN" dirty="0"/>
              <a:t> </a:t>
            </a:r>
            <a:r>
              <a:rPr lang="vi-VN" dirty="0" err="1"/>
              <a:t>tục</a:t>
            </a:r>
            <a:r>
              <a:rPr lang="vi-VN" dirty="0"/>
              <a:t> </a:t>
            </a:r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r>
              <a:rPr lang="vi-VN" dirty="0"/>
              <a:t> </a:t>
            </a:r>
            <a:r>
              <a:rPr lang="vi-VN" dirty="0" err="1"/>
              <a:t>nó</a:t>
            </a:r>
            <a:r>
              <a:rPr lang="vi-VN" dirty="0"/>
              <a:t> trên </a:t>
            </a:r>
            <a:r>
              <a:rPr lang="vi-VN" dirty="0" err="1"/>
              <a:t>một</a:t>
            </a:r>
            <a:r>
              <a:rPr lang="vi-VN" dirty="0"/>
              <a:t> </a:t>
            </a:r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chuyên </a:t>
            </a:r>
            <a:r>
              <a:rPr lang="vi-VN" dirty="0" err="1"/>
              <a:t>biệt</a:t>
            </a:r>
            <a:r>
              <a:rPr lang="vi-VN" dirty="0"/>
              <a:t> </a:t>
            </a:r>
            <a:r>
              <a:rPr lang="vi-VN" dirty="0" err="1"/>
              <a:t>nhỏ</a:t>
            </a:r>
            <a:r>
              <a:rPr lang="vi-VN" dirty="0"/>
              <a:t> hơn</a:t>
            </a:r>
            <a:endParaRPr lang="en-US" dirty="0"/>
          </a:p>
          <a:p>
            <a:r>
              <a:rPr lang="en-US" dirty="0" err="1"/>
              <a:t>Lý</a:t>
            </a:r>
            <a:r>
              <a:rPr lang="en-US" dirty="0"/>
              <a:t> do </a:t>
            </a:r>
            <a:r>
              <a:rPr lang="en-US" dirty="0" err="1"/>
              <a:t>cần</a:t>
            </a:r>
            <a:r>
              <a:rPr lang="en-US" dirty="0"/>
              <a:t> Fine-Tune: </a:t>
            </a:r>
          </a:p>
          <a:p>
            <a:pPr lvl="1"/>
            <a:r>
              <a:rPr lang="vi-VN" dirty="0" err="1"/>
              <a:t>Các</a:t>
            </a:r>
            <a:r>
              <a:rPr lang="vi-VN" dirty="0"/>
              <a:t> Mô </a:t>
            </a:r>
            <a:r>
              <a:rPr lang="vi-VN" dirty="0" err="1"/>
              <a:t>hình</a:t>
            </a:r>
            <a:r>
              <a:rPr lang="vi-VN" dirty="0"/>
              <a:t> Ngôn </a:t>
            </a:r>
            <a:r>
              <a:rPr lang="vi-VN" dirty="0" err="1"/>
              <a:t>ngữ</a:t>
            </a:r>
            <a:r>
              <a:rPr lang="vi-VN" dirty="0"/>
              <a:t> </a:t>
            </a:r>
            <a:r>
              <a:rPr lang="vi-VN" dirty="0" err="1"/>
              <a:t>lớn</a:t>
            </a:r>
            <a:r>
              <a:rPr lang="vi-VN" dirty="0"/>
              <a:t> (LLM) ban </a:t>
            </a:r>
            <a:r>
              <a:rPr lang="vi-VN" dirty="0" err="1"/>
              <a:t>đầu</a:t>
            </a:r>
            <a:r>
              <a:rPr lang="vi-VN" dirty="0"/>
              <a:t> </a:t>
            </a:r>
            <a:r>
              <a:rPr lang="vi-VN" dirty="0" err="1"/>
              <a:t>được</a:t>
            </a:r>
            <a:r>
              <a:rPr lang="vi-VN" dirty="0"/>
              <a:t> </a:t>
            </a:r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r>
              <a:rPr lang="vi-VN" dirty="0"/>
              <a:t> trên </a:t>
            </a:r>
            <a:r>
              <a:rPr lang="vi-VN" dirty="0" err="1"/>
              <a:t>những</a:t>
            </a:r>
            <a:r>
              <a:rPr lang="vi-VN" dirty="0"/>
              <a:t> </a:t>
            </a:r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khổng</a:t>
            </a:r>
            <a:r>
              <a:rPr lang="vi-VN" dirty="0"/>
              <a:t> </a:t>
            </a:r>
            <a:r>
              <a:rPr lang="vi-VN" dirty="0" err="1"/>
              <a:t>lồ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hiểu</a:t>
            </a:r>
            <a:r>
              <a:rPr lang="vi-VN" dirty="0"/>
              <a:t> </a:t>
            </a:r>
            <a:r>
              <a:rPr lang="vi-VN" dirty="0" err="1"/>
              <a:t>nhiều</a:t>
            </a:r>
            <a:r>
              <a:rPr lang="vi-VN" dirty="0"/>
              <a:t> </a:t>
            </a:r>
            <a:r>
              <a:rPr lang="vi-VN" dirty="0" err="1"/>
              <a:t>loại</a:t>
            </a:r>
            <a:r>
              <a:rPr lang="vi-VN" dirty="0"/>
              <a:t> ngôn </a:t>
            </a:r>
            <a:r>
              <a:rPr lang="vi-VN" dirty="0" err="1"/>
              <a:t>ngữ</a:t>
            </a:r>
            <a:r>
              <a:rPr lang="vi-VN" dirty="0"/>
              <a:t>, </a:t>
            </a:r>
            <a:r>
              <a:rPr lang="vi-VN" dirty="0" err="1"/>
              <a:t>nhận</a:t>
            </a:r>
            <a:r>
              <a:rPr lang="vi-VN" dirty="0"/>
              <a:t> </a:t>
            </a:r>
            <a:r>
              <a:rPr lang="vi-VN" dirty="0" err="1"/>
              <a:t>diện</a:t>
            </a:r>
            <a:r>
              <a:rPr lang="vi-VN" dirty="0"/>
              <a:t> </a:t>
            </a:r>
            <a:r>
              <a:rPr lang="vi-VN" dirty="0" err="1"/>
              <a:t>mẫu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</a:t>
            </a:r>
            <a:r>
              <a:rPr lang="vi-VN" dirty="0" err="1"/>
              <a:t>tiếp</a:t>
            </a:r>
            <a:r>
              <a:rPr lang="vi-VN" dirty="0"/>
              <a:t> thu </a:t>
            </a:r>
            <a:r>
              <a:rPr lang="vi-VN" dirty="0" err="1"/>
              <a:t>kiến</a:t>
            </a:r>
            <a:r>
              <a:rPr lang="vi-VN" dirty="0"/>
              <a:t> </a:t>
            </a:r>
            <a:r>
              <a:rPr lang="vi-VN" dirty="0" err="1"/>
              <a:t>thức</a:t>
            </a:r>
            <a:r>
              <a:rPr lang="vi-VN" dirty="0"/>
              <a:t> </a:t>
            </a:r>
            <a:r>
              <a:rPr lang="vi-VN" dirty="0" err="1"/>
              <a:t>tổng</a:t>
            </a:r>
            <a:r>
              <a:rPr lang="vi-VN" dirty="0"/>
              <a:t> </a:t>
            </a:r>
            <a:r>
              <a:rPr lang="vi-VN" dirty="0" err="1"/>
              <a:t>quát</a:t>
            </a:r>
            <a:r>
              <a:rPr lang="vi-VN" dirty="0"/>
              <a:t>. </a:t>
            </a:r>
            <a:endParaRPr lang="en-US" dirty="0"/>
          </a:p>
          <a:p>
            <a:pPr lvl="1"/>
            <a:r>
              <a:rPr lang="vi-VN" dirty="0" err="1"/>
              <a:t>Quá</a:t>
            </a:r>
            <a:r>
              <a:rPr lang="vi-VN" dirty="0"/>
              <a:t> </a:t>
            </a:r>
            <a:r>
              <a:rPr lang="vi-VN" dirty="0" err="1"/>
              <a:t>trình</a:t>
            </a:r>
            <a:r>
              <a:rPr lang="vi-VN" dirty="0"/>
              <a:t> </a:t>
            </a:r>
            <a:r>
              <a:rPr lang="vi-VN" dirty="0" err="1"/>
              <a:t>này</a:t>
            </a:r>
            <a:r>
              <a:rPr lang="vi-VN" dirty="0"/>
              <a:t> </a:t>
            </a:r>
            <a:r>
              <a:rPr lang="vi-VN" dirty="0" err="1"/>
              <a:t>giúp</a:t>
            </a:r>
            <a:r>
              <a:rPr lang="vi-VN" dirty="0"/>
              <a:t> </a:t>
            </a:r>
            <a:r>
              <a:rPr lang="vi-VN" dirty="0" err="1"/>
              <a:t>chúng</a:t>
            </a:r>
            <a:r>
              <a:rPr lang="vi-VN" dirty="0"/>
              <a:t> </a:t>
            </a:r>
            <a:r>
              <a:rPr lang="vi-VN" dirty="0" err="1"/>
              <a:t>có</a:t>
            </a:r>
            <a:r>
              <a:rPr lang="vi-VN" dirty="0"/>
              <a:t> </a:t>
            </a:r>
            <a:r>
              <a:rPr lang="vi-VN" dirty="0" err="1"/>
              <a:t>khả</a:t>
            </a:r>
            <a:r>
              <a:rPr lang="vi-VN" dirty="0"/>
              <a:t> năng </a:t>
            </a:r>
            <a:r>
              <a:rPr lang="vi-VN" dirty="0" err="1"/>
              <a:t>xử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đa </a:t>
            </a:r>
            <a:r>
              <a:rPr lang="vi-VN" dirty="0" err="1"/>
              <a:t>dạng</a:t>
            </a:r>
            <a:r>
              <a:rPr lang="vi-VN" dirty="0"/>
              <a:t> </a:t>
            </a:r>
            <a:r>
              <a:rPr lang="vi-VN" dirty="0" err="1"/>
              <a:t>tình</a:t>
            </a:r>
            <a:r>
              <a:rPr lang="vi-VN" dirty="0"/>
              <a:t> </a:t>
            </a:r>
            <a:r>
              <a:rPr lang="vi-VN" dirty="0" err="1"/>
              <a:t>huống</a:t>
            </a:r>
            <a:r>
              <a:rPr lang="vi-VN" dirty="0"/>
              <a:t> nhưng </a:t>
            </a:r>
            <a:r>
              <a:rPr lang="vi-VN" dirty="0" err="1"/>
              <a:t>thường</a:t>
            </a:r>
            <a:r>
              <a:rPr lang="vi-VN" dirty="0"/>
              <a:t> </a:t>
            </a:r>
            <a:r>
              <a:rPr lang="vi-VN" dirty="0" err="1"/>
              <a:t>thiếu</a:t>
            </a:r>
            <a:r>
              <a:rPr lang="vi-VN" dirty="0"/>
              <a:t> </a:t>
            </a:r>
            <a:r>
              <a:rPr lang="vi-VN" dirty="0" err="1"/>
              <a:t>độ</a:t>
            </a:r>
            <a:r>
              <a:rPr lang="vi-VN" dirty="0"/>
              <a:t> </a:t>
            </a:r>
            <a:r>
              <a:rPr lang="vi-VN" dirty="0" err="1"/>
              <a:t>chính</a:t>
            </a:r>
            <a:r>
              <a:rPr lang="vi-VN" dirty="0"/>
              <a:t> </a:t>
            </a:r>
            <a:r>
              <a:rPr lang="vi-VN" dirty="0" err="1"/>
              <a:t>xác</a:t>
            </a:r>
            <a:r>
              <a:rPr lang="vi-VN" dirty="0"/>
              <a:t> khi </a:t>
            </a:r>
            <a:r>
              <a:rPr lang="vi-VN" dirty="0" err="1"/>
              <a:t>áp</a:t>
            </a:r>
            <a:r>
              <a:rPr lang="vi-VN" dirty="0"/>
              <a:t> </a:t>
            </a:r>
            <a:r>
              <a:rPr lang="vi-VN" dirty="0" err="1"/>
              <a:t>dụng</a:t>
            </a:r>
            <a:r>
              <a:rPr lang="vi-VN" dirty="0"/>
              <a:t> cho </a:t>
            </a:r>
            <a:r>
              <a:rPr lang="vi-VN" dirty="0" err="1"/>
              <a:t>các</a:t>
            </a:r>
            <a:r>
              <a:rPr lang="vi-VN" dirty="0"/>
              <a:t> </a:t>
            </a:r>
            <a:r>
              <a:rPr lang="vi-VN" dirty="0" err="1"/>
              <a:t>tác</a:t>
            </a:r>
            <a:r>
              <a:rPr lang="vi-VN" dirty="0"/>
              <a:t> </a:t>
            </a:r>
            <a:r>
              <a:rPr lang="vi-VN" dirty="0" err="1"/>
              <a:t>vụ</a:t>
            </a:r>
            <a:r>
              <a:rPr lang="vi-VN" dirty="0"/>
              <a:t> chuyên </a:t>
            </a:r>
            <a:r>
              <a:rPr lang="vi-VN" dirty="0" err="1"/>
              <a:t>biệt</a:t>
            </a:r>
            <a:r>
              <a:rPr lang="vi-VN" dirty="0"/>
              <a:t>.</a:t>
            </a:r>
            <a:endParaRPr lang="en-US" dirty="0"/>
          </a:p>
          <a:p>
            <a:pPr lvl="1"/>
            <a:r>
              <a:rPr lang="vi-VN" dirty="0" err="1"/>
              <a:t>Fine-Tuning</a:t>
            </a:r>
            <a:r>
              <a:rPr lang="vi-VN" dirty="0"/>
              <a:t> </a:t>
            </a:r>
            <a:r>
              <a:rPr lang="vi-VN" dirty="0" err="1"/>
              <a:t>giải</a:t>
            </a:r>
            <a:r>
              <a:rPr lang="vi-VN" dirty="0"/>
              <a:t> </a:t>
            </a:r>
            <a:r>
              <a:rPr lang="vi-VN" dirty="0" err="1"/>
              <a:t>quyết</a:t>
            </a:r>
            <a:r>
              <a:rPr lang="vi-VN" dirty="0"/>
              <a:t> </a:t>
            </a:r>
            <a:r>
              <a:rPr lang="vi-VN" dirty="0" err="1"/>
              <a:t>khoảng</a:t>
            </a:r>
            <a:r>
              <a:rPr lang="vi-VN" dirty="0"/>
              <a:t> </a:t>
            </a:r>
            <a:r>
              <a:rPr lang="vi-VN" dirty="0" err="1"/>
              <a:t>trống</a:t>
            </a:r>
            <a:r>
              <a:rPr lang="vi-VN" dirty="0"/>
              <a:t> </a:t>
            </a:r>
            <a:r>
              <a:rPr lang="vi-VN" dirty="0" err="1"/>
              <a:t>này</a:t>
            </a:r>
            <a:r>
              <a:rPr lang="vi-VN" dirty="0"/>
              <a:t> </a:t>
            </a:r>
            <a:r>
              <a:rPr lang="vi-VN" dirty="0" err="1"/>
              <a:t>bằng</a:t>
            </a:r>
            <a:r>
              <a:rPr lang="vi-VN" dirty="0"/>
              <a:t> </a:t>
            </a:r>
            <a:r>
              <a:rPr lang="vi-VN" dirty="0" err="1"/>
              <a:t>cách</a:t>
            </a:r>
            <a:r>
              <a:rPr lang="vi-VN" dirty="0"/>
              <a:t> tinh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một</a:t>
            </a:r>
            <a:r>
              <a:rPr lang="vi-VN" dirty="0"/>
              <a:t> mô </a:t>
            </a:r>
            <a:r>
              <a:rPr lang="vi-VN" dirty="0" err="1"/>
              <a:t>hình</a:t>
            </a:r>
            <a:r>
              <a:rPr lang="vi-VN" dirty="0"/>
              <a:t> </a:t>
            </a:r>
            <a:r>
              <a:rPr lang="vi-VN" dirty="0" err="1"/>
              <a:t>đã</a:t>
            </a:r>
            <a:r>
              <a:rPr lang="vi-VN" dirty="0"/>
              <a:t> </a:t>
            </a:r>
            <a:r>
              <a:rPr lang="vi-VN" dirty="0" err="1"/>
              <a:t>được</a:t>
            </a:r>
            <a:r>
              <a:rPr lang="vi-VN" dirty="0"/>
              <a:t> </a:t>
            </a:r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r>
              <a:rPr lang="vi-VN" dirty="0"/>
              <a:t> </a:t>
            </a:r>
            <a:r>
              <a:rPr lang="vi-VN" dirty="0" err="1"/>
              <a:t>sẵn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nó</a:t>
            </a:r>
            <a:r>
              <a:rPr lang="vi-VN" dirty="0"/>
              <a:t> </a:t>
            </a:r>
            <a:r>
              <a:rPr lang="vi-VN" dirty="0" err="1"/>
              <a:t>hoạt</a:t>
            </a:r>
            <a:r>
              <a:rPr lang="vi-VN" dirty="0"/>
              <a:t> </a:t>
            </a:r>
            <a:r>
              <a:rPr lang="vi-VN" dirty="0" err="1"/>
              <a:t>động</a:t>
            </a:r>
            <a:r>
              <a:rPr lang="vi-VN" dirty="0"/>
              <a:t> </a:t>
            </a:r>
            <a:r>
              <a:rPr lang="vi-VN" dirty="0" err="1"/>
              <a:t>tốt</a:t>
            </a:r>
            <a:r>
              <a:rPr lang="vi-VN" dirty="0"/>
              <a:t> hơn trong </a:t>
            </a:r>
            <a:r>
              <a:rPr lang="vi-VN" dirty="0" err="1"/>
              <a:t>một</a:t>
            </a:r>
            <a:r>
              <a:rPr lang="vi-VN" dirty="0"/>
              <a:t> </a:t>
            </a:r>
            <a:r>
              <a:rPr lang="vi-VN" dirty="0" err="1"/>
              <a:t>lĩnh</a:t>
            </a:r>
            <a:r>
              <a:rPr lang="vi-VN" dirty="0"/>
              <a:t> </a:t>
            </a:r>
            <a:r>
              <a:rPr lang="vi-VN" dirty="0" err="1"/>
              <a:t>vực</a:t>
            </a:r>
            <a:r>
              <a:rPr lang="vi-VN" dirty="0"/>
              <a:t> </a:t>
            </a:r>
            <a:r>
              <a:rPr lang="vi-VN" dirty="0" err="1"/>
              <a:t>hoặc</a:t>
            </a:r>
            <a:r>
              <a:rPr lang="vi-VN" dirty="0"/>
              <a:t> </a:t>
            </a:r>
            <a:r>
              <a:rPr lang="vi-VN" dirty="0" err="1"/>
              <a:t>nhiệm</a:t>
            </a:r>
            <a:r>
              <a:rPr lang="vi-VN" dirty="0"/>
              <a:t> </a:t>
            </a:r>
            <a:r>
              <a:rPr lang="vi-VN" dirty="0" err="1"/>
              <a:t>vụ</a:t>
            </a:r>
            <a:r>
              <a:rPr lang="vi-VN" dirty="0"/>
              <a:t> </a:t>
            </a:r>
            <a:r>
              <a:rPr lang="vi-VN" dirty="0" err="1"/>
              <a:t>cụ</a:t>
            </a:r>
            <a:r>
              <a:rPr lang="vi-VN" dirty="0"/>
              <a:t> </a:t>
            </a:r>
            <a:r>
              <a:rPr lang="vi-VN" dirty="0" err="1"/>
              <a:t>thể</a:t>
            </a:r>
            <a:r>
              <a:rPr lang="vi-VN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23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59C52-6A20-42D2-A0FE-08CFC9B09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Fine-tuning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29BA7-22D4-4B9A-9F6B-24783A91C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là</a:t>
            </a:r>
            <a:endParaRPr lang="en-US" dirty="0"/>
          </a:p>
          <a:p>
            <a:r>
              <a:rPr lang="vi-VN" dirty="0"/>
              <a:t>Chuyên môn </a:t>
            </a:r>
            <a:r>
              <a:rPr lang="vi-VN" dirty="0" err="1"/>
              <a:t>hóa</a:t>
            </a:r>
            <a:r>
              <a:rPr lang="vi-VN" dirty="0"/>
              <a:t>: </a:t>
            </a:r>
            <a:r>
              <a:rPr lang="vi-VN" dirty="0" err="1"/>
              <a:t>Giúp</a:t>
            </a:r>
            <a:r>
              <a:rPr lang="vi-VN" dirty="0"/>
              <a:t> mô </a:t>
            </a:r>
            <a:r>
              <a:rPr lang="vi-VN" dirty="0" err="1"/>
              <a:t>hình</a:t>
            </a:r>
            <a:r>
              <a:rPr lang="vi-VN" dirty="0"/>
              <a:t> </a:t>
            </a:r>
            <a:r>
              <a:rPr lang="vi-VN" dirty="0" err="1"/>
              <a:t>hiểu</a:t>
            </a:r>
            <a:r>
              <a:rPr lang="vi-VN" dirty="0"/>
              <a:t> sâu hơn </a:t>
            </a:r>
            <a:r>
              <a:rPr lang="vi-VN" dirty="0" err="1"/>
              <a:t>về</a:t>
            </a:r>
            <a:r>
              <a:rPr lang="vi-VN" dirty="0"/>
              <a:t> </a:t>
            </a:r>
            <a:r>
              <a:rPr lang="vi-VN" dirty="0" err="1"/>
              <a:t>các</a:t>
            </a:r>
            <a:r>
              <a:rPr lang="vi-VN" dirty="0"/>
              <a:t> </a:t>
            </a:r>
            <a:r>
              <a:rPr lang="vi-VN" dirty="0" err="1"/>
              <a:t>thuật</a:t>
            </a:r>
            <a:r>
              <a:rPr lang="vi-VN" dirty="0"/>
              <a:t> </a:t>
            </a:r>
            <a:r>
              <a:rPr lang="vi-VN" dirty="0" err="1"/>
              <a:t>ngữ</a:t>
            </a:r>
            <a:r>
              <a:rPr lang="vi-VN" dirty="0"/>
              <a:t>, </a:t>
            </a:r>
            <a:r>
              <a:rPr lang="vi-VN" dirty="0" err="1"/>
              <a:t>mẫu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hoặc</a:t>
            </a:r>
            <a:r>
              <a:rPr lang="vi-VN" dirty="0"/>
              <a:t> </a:t>
            </a:r>
            <a:r>
              <a:rPr lang="vi-VN" dirty="0" err="1"/>
              <a:t>tình</a:t>
            </a:r>
            <a:r>
              <a:rPr lang="vi-VN" dirty="0"/>
              <a:t> </a:t>
            </a:r>
            <a:r>
              <a:rPr lang="vi-VN" dirty="0" err="1"/>
              <a:t>huống</a:t>
            </a:r>
            <a:r>
              <a:rPr lang="vi-VN" dirty="0"/>
              <a:t> </a:t>
            </a:r>
            <a:r>
              <a:rPr lang="vi-VN" dirty="0" err="1"/>
              <a:t>đặc</a:t>
            </a:r>
            <a:r>
              <a:rPr lang="vi-VN" dirty="0"/>
              <a:t> </a:t>
            </a:r>
            <a:r>
              <a:rPr lang="vi-VN" dirty="0" err="1"/>
              <a:t>thù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một</a:t>
            </a:r>
            <a:r>
              <a:rPr lang="vi-VN" dirty="0"/>
              <a:t> </a:t>
            </a:r>
            <a:r>
              <a:rPr lang="vi-VN" dirty="0" err="1"/>
              <a:t>lĩnh</a:t>
            </a:r>
            <a:r>
              <a:rPr lang="vi-VN" dirty="0"/>
              <a:t> </a:t>
            </a:r>
            <a:r>
              <a:rPr lang="vi-VN" dirty="0" err="1"/>
              <a:t>vực</a:t>
            </a:r>
            <a:r>
              <a:rPr lang="vi-VN" dirty="0"/>
              <a:t> </a:t>
            </a:r>
            <a:r>
              <a:rPr lang="vi-VN" dirty="0" err="1"/>
              <a:t>cụ</a:t>
            </a:r>
            <a:r>
              <a:rPr lang="vi-VN" dirty="0"/>
              <a:t> </a:t>
            </a:r>
            <a:r>
              <a:rPr lang="vi-VN" dirty="0" err="1"/>
              <a:t>thể</a:t>
            </a:r>
            <a:r>
              <a:rPr lang="vi-VN" dirty="0"/>
              <a:t> (như y </a:t>
            </a:r>
            <a:r>
              <a:rPr lang="vi-VN" dirty="0" err="1"/>
              <a:t>tế</a:t>
            </a:r>
            <a:r>
              <a:rPr lang="vi-VN" dirty="0"/>
              <a:t>, </a:t>
            </a:r>
            <a:r>
              <a:rPr lang="vi-VN" dirty="0" err="1"/>
              <a:t>pháp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, </a:t>
            </a:r>
            <a:r>
              <a:rPr lang="vi-VN" dirty="0" err="1"/>
              <a:t>tài</a:t>
            </a:r>
            <a:r>
              <a:rPr lang="vi-VN" dirty="0"/>
              <a:t> </a:t>
            </a:r>
            <a:r>
              <a:rPr lang="vi-VN" dirty="0" err="1"/>
              <a:t>chính</a:t>
            </a:r>
            <a:r>
              <a:rPr lang="vi-VN" dirty="0"/>
              <a:t>) </a:t>
            </a:r>
            <a:r>
              <a:rPr lang="vi-VN" dirty="0" err="1"/>
              <a:t>mà</a:t>
            </a:r>
            <a:r>
              <a:rPr lang="vi-VN" dirty="0"/>
              <a:t> mô </a:t>
            </a:r>
            <a:r>
              <a:rPr lang="vi-VN" dirty="0" err="1"/>
              <a:t>hình</a:t>
            </a:r>
            <a:r>
              <a:rPr lang="vi-VN" dirty="0"/>
              <a:t> </a:t>
            </a:r>
            <a:r>
              <a:rPr lang="vi-VN" dirty="0" err="1"/>
              <a:t>gốc</a:t>
            </a:r>
            <a:r>
              <a:rPr lang="vi-VN" dirty="0"/>
              <a:t> </a:t>
            </a:r>
            <a:r>
              <a:rPr lang="vi-VN" dirty="0" err="1"/>
              <a:t>có</a:t>
            </a:r>
            <a:r>
              <a:rPr lang="vi-VN" dirty="0"/>
              <a:t> </a:t>
            </a:r>
            <a:r>
              <a:rPr lang="vi-VN" dirty="0" err="1"/>
              <a:t>thể</a:t>
            </a:r>
            <a:r>
              <a:rPr lang="vi-VN" dirty="0"/>
              <a:t> chưa </a:t>
            </a:r>
            <a:r>
              <a:rPr lang="vi-VN" dirty="0" err="1"/>
              <a:t>nắm</a:t>
            </a:r>
            <a:r>
              <a:rPr lang="vi-VN" dirty="0"/>
              <a:t> </a:t>
            </a:r>
            <a:r>
              <a:rPr lang="vi-VN" dirty="0" err="1"/>
              <a:t>vững</a:t>
            </a:r>
            <a:endParaRPr lang="en-US" dirty="0"/>
          </a:p>
          <a:p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vi: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(weights)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ra </a:t>
            </a:r>
            <a:r>
              <a:rPr lang="en-US" dirty="0" err="1"/>
              <a:t>đầu</a:t>
            </a:r>
            <a:r>
              <a:rPr lang="en-US" dirty="0"/>
              <a:t> ra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phong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, </a:t>
            </a:r>
            <a:r>
              <a:rPr lang="en-US" dirty="0" err="1"/>
              <a:t>giọng</a:t>
            </a:r>
            <a:r>
              <a:rPr lang="en-US" dirty="0"/>
              <a:t> </a:t>
            </a:r>
            <a:r>
              <a:rPr lang="en-US" dirty="0" err="1"/>
              <a:t>điệu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(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, </a:t>
            </a:r>
            <a:r>
              <a:rPr lang="en-US" dirty="0" err="1"/>
              <a:t>viết</a:t>
            </a:r>
            <a:r>
              <a:rPr lang="en-US" dirty="0"/>
              <a:t> code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)</a:t>
            </a:r>
          </a:p>
          <a:p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: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quát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"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"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hẹp</a:t>
            </a:r>
            <a:r>
              <a:rPr lang="en-US" dirty="0"/>
              <a:t>,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636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238BA-BC47-4B6C-98CA-E36358425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Fine-tune &amp; RAG &amp; (System + User) Prompt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2818A-5523-452C-A173-92E5B3C46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cốt</a:t>
            </a:r>
            <a:r>
              <a:rPr lang="en-US" dirty="0"/>
              <a:t> </a:t>
            </a:r>
            <a:r>
              <a:rPr lang="en-US" dirty="0" err="1"/>
              <a:t>lõi</a:t>
            </a:r>
            <a:endParaRPr lang="en-US" dirty="0"/>
          </a:p>
          <a:p>
            <a:r>
              <a:rPr lang="vi-VN" dirty="0" err="1"/>
              <a:t>System</a:t>
            </a:r>
            <a:r>
              <a:rPr lang="vi-VN" dirty="0"/>
              <a:t> + </a:t>
            </a:r>
            <a:r>
              <a:rPr lang="vi-VN" dirty="0" err="1"/>
              <a:t>User</a:t>
            </a:r>
            <a:r>
              <a:rPr lang="vi-VN" dirty="0"/>
              <a:t> </a:t>
            </a:r>
            <a:r>
              <a:rPr lang="vi-VN" dirty="0" err="1"/>
              <a:t>Prompt</a:t>
            </a:r>
            <a:r>
              <a:rPr lang="vi-VN" dirty="0"/>
              <a:t> (</a:t>
            </a:r>
            <a:r>
              <a:rPr lang="vi-VN" dirty="0" err="1"/>
              <a:t>Prompt</a:t>
            </a:r>
            <a:r>
              <a:rPr lang="vi-VN" dirty="0"/>
              <a:t> </a:t>
            </a:r>
            <a:r>
              <a:rPr lang="vi-VN" dirty="0" err="1"/>
              <a:t>Engineering</a:t>
            </a:r>
            <a:r>
              <a:rPr lang="vi-VN" dirty="0"/>
              <a:t>): </a:t>
            </a:r>
            <a:r>
              <a:rPr lang="vi-VN" dirty="0" err="1"/>
              <a:t>Là</a:t>
            </a:r>
            <a:r>
              <a:rPr lang="vi-VN" dirty="0"/>
              <a:t> </a:t>
            </a:r>
            <a:r>
              <a:rPr lang="vi-VN" dirty="0" err="1"/>
              <a:t>việc</a:t>
            </a:r>
            <a:r>
              <a:rPr lang="vi-VN" dirty="0"/>
              <a:t> </a:t>
            </a:r>
            <a:r>
              <a:rPr lang="vi-VN" dirty="0" err="1"/>
              <a:t>bạn</a:t>
            </a:r>
            <a:r>
              <a:rPr lang="vi-VN" dirty="0"/>
              <a:t> </a:t>
            </a:r>
            <a:r>
              <a:rPr lang="vi-VN" dirty="0" err="1"/>
              <a:t>viết</a:t>
            </a:r>
            <a:r>
              <a:rPr lang="vi-VN" dirty="0"/>
              <a:t> </a:t>
            </a:r>
            <a:r>
              <a:rPr lang="vi-VN" dirty="0" err="1"/>
              <a:t>hướng</a:t>
            </a:r>
            <a:r>
              <a:rPr lang="vi-VN" dirty="0"/>
              <a:t> </a:t>
            </a:r>
            <a:r>
              <a:rPr lang="vi-VN" dirty="0" err="1"/>
              <a:t>dẫn</a:t>
            </a:r>
            <a:r>
              <a:rPr lang="vi-VN" dirty="0"/>
              <a:t> (</a:t>
            </a:r>
            <a:r>
              <a:rPr lang="vi-VN" dirty="0" err="1"/>
              <a:t>instruction</a:t>
            </a:r>
            <a:r>
              <a:rPr lang="vi-VN" dirty="0"/>
              <a:t>) </a:t>
            </a:r>
            <a:r>
              <a:rPr lang="vi-VN" dirty="0" err="1"/>
              <a:t>vào</a:t>
            </a:r>
            <a:r>
              <a:rPr lang="vi-VN" dirty="0"/>
              <a:t> khung </a:t>
            </a:r>
            <a:r>
              <a:rPr lang="vi-VN" dirty="0" err="1"/>
              <a:t>chat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yêu </a:t>
            </a:r>
            <a:r>
              <a:rPr lang="vi-VN" dirty="0" err="1"/>
              <a:t>cầu</a:t>
            </a:r>
            <a:r>
              <a:rPr lang="vi-VN" dirty="0"/>
              <a:t> mô </a:t>
            </a:r>
            <a:r>
              <a:rPr lang="vi-VN" dirty="0" err="1"/>
              <a:t>hình</a:t>
            </a:r>
            <a:r>
              <a:rPr lang="vi-VN" dirty="0"/>
              <a:t> </a:t>
            </a:r>
            <a:r>
              <a:rPr lang="vi-VN" dirty="0" err="1"/>
              <a:t>trả</a:t>
            </a:r>
            <a:r>
              <a:rPr lang="vi-VN" dirty="0"/>
              <a:t> </a:t>
            </a:r>
            <a:r>
              <a:rPr lang="vi-VN" dirty="0" err="1"/>
              <a:t>lời</a:t>
            </a:r>
            <a:r>
              <a:rPr lang="vi-VN" dirty="0"/>
              <a:t> theo ý </a:t>
            </a:r>
            <a:r>
              <a:rPr lang="vi-VN" dirty="0" err="1"/>
              <a:t>mình</a:t>
            </a:r>
            <a:r>
              <a:rPr lang="vi-VN" dirty="0"/>
              <a:t> </a:t>
            </a:r>
            <a:r>
              <a:rPr lang="vi-VN" dirty="0" err="1"/>
              <a:t>mà</a:t>
            </a:r>
            <a:r>
              <a:rPr lang="vi-VN" dirty="0"/>
              <a:t> không thay </a:t>
            </a:r>
            <a:r>
              <a:rPr lang="vi-VN" dirty="0" err="1"/>
              <a:t>đổi</a:t>
            </a:r>
            <a:r>
              <a:rPr lang="vi-VN" dirty="0"/>
              <a:t> </a:t>
            </a:r>
            <a:r>
              <a:rPr lang="vi-VN" dirty="0" err="1"/>
              <a:t>bất</a:t>
            </a:r>
            <a:r>
              <a:rPr lang="vi-VN" dirty="0"/>
              <a:t> </a:t>
            </a:r>
            <a:r>
              <a:rPr lang="vi-VN" dirty="0" err="1"/>
              <a:t>kỳ</a:t>
            </a:r>
            <a:r>
              <a:rPr lang="vi-VN" dirty="0"/>
              <a:t> </a:t>
            </a:r>
            <a:r>
              <a:rPr lang="vi-VN" dirty="0" err="1"/>
              <a:t>điều</a:t>
            </a:r>
            <a:r>
              <a:rPr lang="vi-VN" dirty="0"/>
              <a:t> </a:t>
            </a:r>
            <a:r>
              <a:rPr lang="vi-VN" dirty="0" err="1"/>
              <a:t>gì</a:t>
            </a:r>
            <a:r>
              <a:rPr lang="vi-VN" dirty="0"/>
              <a:t> bên trong mô </a:t>
            </a:r>
            <a:r>
              <a:rPr lang="vi-VN" dirty="0" err="1"/>
              <a:t>hình</a:t>
            </a:r>
            <a:r>
              <a:rPr lang="vi-VN" dirty="0"/>
              <a:t> hay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nối</a:t>
            </a:r>
            <a:r>
              <a:rPr lang="vi-VN" dirty="0"/>
              <a:t> </a:t>
            </a:r>
            <a:r>
              <a:rPr lang="vi-VN" dirty="0" err="1"/>
              <a:t>với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ngoài</a:t>
            </a:r>
            <a:r>
              <a:rPr lang="vi-VN" dirty="0"/>
              <a:t> </a:t>
            </a:r>
            <a:r>
              <a:rPr lang="vi-VN" dirty="0" err="1"/>
              <a:t>hệ</a:t>
            </a:r>
            <a:r>
              <a:rPr lang="vi-VN" dirty="0"/>
              <a:t> </a:t>
            </a:r>
            <a:r>
              <a:rPr lang="vi-VN" dirty="0" err="1"/>
              <a:t>thống</a:t>
            </a:r>
            <a:endParaRPr lang="en-US" dirty="0"/>
          </a:p>
          <a:p>
            <a:pPr lvl="1"/>
            <a:r>
              <a:rPr lang="vi-VN" dirty="0"/>
              <a:t> Cơ </a:t>
            </a:r>
            <a:r>
              <a:rPr lang="vi-VN" dirty="0" err="1"/>
              <a:t>chế</a:t>
            </a:r>
            <a:r>
              <a:rPr lang="vi-VN" dirty="0"/>
              <a:t>: Cung </a:t>
            </a:r>
            <a:r>
              <a:rPr lang="vi-VN" dirty="0" err="1"/>
              <a:t>cấp</a:t>
            </a:r>
            <a:r>
              <a:rPr lang="vi-VN" dirty="0"/>
              <a:t> </a:t>
            </a:r>
            <a:r>
              <a:rPr lang="vi-VN" dirty="0" err="1"/>
              <a:t>ngữ</a:t>
            </a:r>
            <a:r>
              <a:rPr lang="vi-VN" dirty="0"/>
              <a:t> </a:t>
            </a:r>
            <a:r>
              <a:rPr lang="vi-VN" dirty="0" err="1"/>
              <a:t>cảnh</a:t>
            </a:r>
            <a:r>
              <a:rPr lang="vi-VN" dirty="0"/>
              <a:t> </a:t>
            </a:r>
            <a:r>
              <a:rPr lang="vi-VN" dirty="0" err="1"/>
              <a:t>ngắn</a:t>
            </a:r>
            <a:r>
              <a:rPr lang="vi-VN" dirty="0"/>
              <a:t> </a:t>
            </a:r>
            <a:r>
              <a:rPr lang="vi-VN" dirty="0" err="1"/>
              <a:t>hạn</a:t>
            </a:r>
            <a:r>
              <a:rPr lang="vi-VN" dirty="0"/>
              <a:t> trong "</a:t>
            </a:r>
            <a:r>
              <a:rPr lang="vi-VN" dirty="0" err="1"/>
              <a:t>bộ</a:t>
            </a:r>
            <a:r>
              <a:rPr lang="vi-VN" dirty="0"/>
              <a:t> </a:t>
            </a:r>
            <a:r>
              <a:rPr lang="vi-VN" dirty="0" err="1"/>
              <a:t>nhớ</a:t>
            </a:r>
            <a:r>
              <a:rPr lang="vi-VN" dirty="0"/>
              <a:t> </a:t>
            </a:r>
            <a:r>
              <a:rPr lang="vi-VN" dirty="0" err="1"/>
              <a:t>tạm</a:t>
            </a:r>
            <a:r>
              <a:rPr lang="vi-VN" dirty="0"/>
              <a:t>" (</a:t>
            </a:r>
            <a:r>
              <a:rPr lang="vi-VN" dirty="0" err="1"/>
              <a:t>context</a:t>
            </a:r>
            <a:r>
              <a:rPr lang="vi-VN" dirty="0"/>
              <a:t> </a:t>
            </a:r>
            <a:r>
              <a:rPr lang="vi-VN" dirty="0" err="1"/>
              <a:t>window</a:t>
            </a:r>
            <a:r>
              <a:rPr lang="vi-VN" dirty="0"/>
              <a:t>)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cuộc</a:t>
            </a:r>
            <a:r>
              <a:rPr lang="vi-VN" dirty="0"/>
              <a:t> </a:t>
            </a:r>
            <a:r>
              <a:rPr lang="vi-VN" dirty="0" err="1"/>
              <a:t>hội</a:t>
            </a:r>
            <a:r>
              <a:rPr lang="vi-VN" dirty="0"/>
              <a:t> </a:t>
            </a:r>
            <a:r>
              <a:rPr lang="vi-VN" dirty="0" err="1"/>
              <a:t>thoại</a:t>
            </a:r>
            <a:r>
              <a:rPr lang="vi-VN" dirty="0"/>
              <a:t> </a:t>
            </a:r>
            <a:r>
              <a:rPr lang="vi-VN" dirty="0" err="1"/>
              <a:t>hiện</a:t>
            </a:r>
            <a:r>
              <a:rPr lang="vi-VN" dirty="0"/>
              <a:t> </a:t>
            </a:r>
            <a:r>
              <a:rPr lang="vi-VN" dirty="0" err="1"/>
              <a:t>tại</a:t>
            </a:r>
            <a:r>
              <a:rPr lang="vi-VN" dirty="0"/>
              <a:t>.</a:t>
            </a:r>
          </a:p>
          <a:p>
            <a:pPr lvl="1"/>
            <a:r>
              <a:rPr lang="vi-VN" dirty="0"/>
              <a:t> </a:t>
            </a:r>
            <a:r>
              <a:rPr lang="vi-VN" dirty="0" err="1"/>
              <a:t>Ví</a:t>
            </a:r>
            <a:r>
              <a:rPr lang="vi-VN" dirty="0"/>
              <a:t> </a:t>
            </a:r>
            <a:r>
              <a:rPr lang="vi-VN" dirty="0" err="1"/>
              <a:t>dụ</a:t>
            </a:r>
            <a:r>
              <a:rPr lang="vi-VN" dirty="0"/>
              <a:t>: "</a:t>
            </a:r>
            <a:r>
              <a:rPr lang="vi-VN" dirty="0" err="1"/>
              <a:t>Bạn</a:t>
            </a:r>
            <a:r>
              <a:rPr lang="vi-VN" dirty="0"/>
              <a:t> </a:t>
            </a:r>
            <a:r>
              <a:rPr lang="vi-VN" dirty="0" err="1"/>
              <a:t>là</a:t>
            </a:r>
            <a:r>
              <a:rPr lang="vi-VN" dirty="0"/>
              <a:t> </a:t>
            </a:r>
            <a:r>
              <a:rPr lang="vi-VN" dirty="0" err="1"/>
              <a:t>một</a:t>
            </a:r>
            <a:r>
              <a:rPr lang="vi-VN" dirty="0"/>
              <a:t> chuyên gia </a:t>
            </a:r>
            <a:r>
              <a:rPr lang="vi-VN" dirty="0" err="1"/>
              <a:t>marketing</a:t>
            </a:r>
            <a:r>
              <a:rPr lang="vi-VN" dirty="0"/>
              <a:t> (</a:t>
            </a:r>
            <a:r>
              <a:rPr lang="vi-VN" dirty="0" err="1"/>
              <a:t>System</a:t>
            </a:r>
            <a:r>
              <a:rPr lang="vi-VN" dirty="0"/>
              <a:t> </a:t>
            </a:r>
            <a:r>
              <a:rPr lang="vi-VN" dirty="0" err="1"/>
              <a:t>prompt</a:t>
            </a:r>
            <a:r>
              <a:rPr lang="vi-VN" dirty="0"/>
              <a:t>), </a:t>
            </a:r>
            <a:r>
              <a:rPr lang="vi-VN" dirty="0" err="1"/>
              <a:t>hãy</a:t>
            </a:r>
            <a:r>
              <a:rPr lang="vi-VN" dirty="0"/>
              <a:t> </a:t>
            </a:r>
            <a:r>
              <a:rPr lang="vi-VN" dirty="0" err="1"/>
              <a:t>viết</a:t>
            </a:r>
            <a:r>
              <a:rPr lang="vi-VN" dirty="0"/>
              <a:t> cho tôi </a:t>
            </a:r>
            <a:r>
              <a:rPr lang="vi-VN" dirty="0" err="1"/>
              <a:t>một</a:t>
            </a:r>
            <a:r>
              <a:rPr lang="vi-VN" dirty="0"/>
              <a:t> </a:t>
            </a:r>
            <a:r>
              <a:rPr lang="vi-VN" dirty="0" err="1"/>
              <a:t>email</a:t>
            </a:r>
            <a:r>
              <a:rPr lang="vi-VN" dirty="0"/>
              <a:t> </a:t>
            </a:r>
            <a:r>
              <a:rPr lang="vi-VN" dirty="0" err="1"/>
              <a:t>bán</a:t>
            </a:r>
            <a:r>
              <a:rPr lang="vi-VN" dirty="0"/>
              <a:t> </a:t>
            </a:r>
            <a:r>
              <a:rPr lang="vi-VN" dirty="0" err="1"/>
              <a:t>hàng</a:t>
            </a:r>
            <a:r>
              <a:rPr lang="vi-VN" dirty="0"/>
              <a:t> (</a:t>
            </a:r>
            <a:r>
              <a:rPr lang="vi-VN" dirty="0" err="1"/>
              <a:t>User</a:t>
            </a:r>
            <a:r>
              <a:rPr lang="vi-VN" dirty="0"/>
              <a:t> </a:t>
            </a:r>
            <a:r>
              <a:rPr lang="vi-VN" dirty="0" err="1"/>
              <a:t>prompt</a:t>
            </a:r>
            <a:r>
              <a:rPr lang="vi-VN" dirty="0"/>
              <a:t>)."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089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238BA-BC47-4B6C-98CA-E36358425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Fine-tune &amp; RAG &amp; (System + User) Prompt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2818A-5523-452C-A173-92E5B3C46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cốt</a:t>
            </a:r>
            <a:r>
              <a:rPr lang="en-US" dirty="0"/>
              <a:t> </a:t>
            </a:r>
            <a:r>
              <a:rPr lang="en-US" dirty="0" err="1"/>
              <a:t>lõi</a:t>
            </a:r>
            <a:endParaRPr lang="en-US" dirty="0"/>
          </a:p>
          <a:p>
            <a:r>
              <a:rPr lang="vi-VN" dirty="0"/>
              <a:t>RAG (</a:t>
            </a:r>
            <a:r>
              <a:rPr lang="vi-VN" dirty="0" err="1"/>
              <a:t>Retrieval-Augmented</a:t>
            </a:r>
            <a:r>
              <a:rPr lang="vi-VN" dirty="0"/>
              <a:t> </a:t>
            </a:r>
            <a:r>
              <a:rPr lang="vi-VN" dirty="0" err="1"/>
              <a:t>Generation</a:t>
            </a:r>
            <a:r>
              <a:rPr lang="vi-VN" dirty="0"/>
              <a:t>): </a:t>
            </a:r>
            <a:r>
              <a:rPr lang="vi-VN" dirty="0" err="1"/>
              <a:t>Là</a:t>
            </a:r>
            <a:r>
              <a:rPr lang="vi-VN" dirty="0"/>
              <a:t> </a:t>
            </a:r>
            <a:r>
              <a:rPr lang="vi-VN" dirty="0" err="1"/>
              <a:t>việc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nối</a:t>
            </a:r>
            <a:r>
              <a:rPr lang="vi-VN" dirty="0"/>
              <a:t> mô </a:t>
            </a:r>
            <a:r>
              <a:rPr lang="vi-VN" dirty="0" err="1"/>
              <a:t>hình</a:t>
            </a:r>
            <a:r>
              <a:rPr lang="vi-VN" dirty="0"/>
              <a:t> </a:t>
            </a:r>
            <a:r>
              <a:rPr lang="vi-VN" dirty="0" err="1"/>
              <a:t>với</a:t>
            </a:r>
            <a:r>
              <a:rPr lang="vi-VN" dirty="0"/>
              <a:t> </a:t>
            </a:r>
            <a:r>
              <a:rPr lang="vi-VN" dirty="0" err="1"/>
              <a:t>một</a:t>
            </a:r>
            <a:r>
              <a:rPr lang="vi-VN" dirty="0"/>
              <a:t> </a:t>
            </a:r>
            <a:r>
              <a:rPr lang="vi-VN" dirty="0" err="1"/>
              <a:t>tủ</a:t>
            </a:r>
            <a:r>
              <a:rPr lang="vi-VN" dirty="0"/>
              <a:t> </a:t>
            </a:r>
            <a:r>
              <a:rPr lang="vi-VN" dirty="0" err="1"/>
              <a:t>sách</a:t>
            </a:r>
            <a:r>
              <a:rPr lang="vi-VN" dirty="0"/>
              <a:t> tra </a:t>
            </a:r>
            <a:r>
              <a:rPr lang="vi-VN" dirty="0" err="1"/>
              <a:t>cứu</a:t>
            </a:r>
            <a:r>
              <a:rPr lang="vi-VN" dirty="0"/>
              <a:t> bên </a:t>
            </a:r>
            <a:r>
              <a:rPr lang="vi-VN" dirty="0" err="1"/>
              <a:t>ngoài</a:t>
            </a:r>
            <a:r>
              <a:rPr lang="vi-VN" dirty="0"/>
              <a:t>. Khi </a:t>
            </a:r>
            <a:r>
              <a:rPr lang="vi-VN" dirty="0" err="1"/>
              <a:t>bạn</a:t>
            </a:r>
            <a:r>
              <a:rPr lang="vi-VN" dirty="0"/>
              <a:t> </a:t>
            </a:r>
            <a:r>
              <a:rPr lang="vi-VN" dirty="0" err="1"/>
              <a:t>hỏi</a:t>
            </a:r>
            <a:r>
              <a:rPr lang="vi-VN" dirty="0"/>
              <a:t>, </a:t>
            </a:r>
            <a:r>
              <a:rPr lang="vi-VN" dirty="0" err="1"/>
              <a:t>hệ</a:t>
            </a:r>
            <a:r>
              <a:rPr lang="vi-VN" dirty="0"/>
              <a:t> </a:t>
            </a:r>
            <a:r>
              <a:rPr lang="vi-VN" dirty="0" err="1"/>
              <a:t>thống</a:t>
            </a:r>
            <a:r>
              <a:rPr lang="vi-VN" dirty="0"/>
              <a:t> </a:t>
            </a:r>
            <a:r>
              <a:rPr lang="vi-VN" dirty="0" err="1"/>
              <a:t>sẽ</a:t>
            </a:r>
            <a:r>
              <a:rPr lang="vi-VN" dirty="0"/>
              <a:t> </a:t>
            </a:r>
            <a:r>
              <a:rPr lang="vi-VN" dirty="0" err="1"/>
              <a:t>tự</a:t>
            </a:r>
            <a:r>
              <a:rPr lang="vi-VN" dirty="0"/>
              <a:t> </a:t>
            </a:r>
            <a:r>
              <a:rPr lang="vi-VN" dirty="0" err="1"/>
              <a:t>động</a:t>
            </a:r>
            <a:r>
              <a:rPr lang="vi-VN" dirty="0"/>
              <a:t> </a:t>
            </a:r>
            <a:r>
              <a:rPr lang="vi-VN" dirty="0" err="1"/>
              <a:t>tìm</a:t>
            </a:r>
            <a:r>
              <a:rPr lang="vi-VN" dirty="0"/>
              <a:t> </a:t>
            </a:r>
            <a:r>
              <a:rPr lang="vi-VN" dirty="0" err="1"/>
              <a:t>tài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liên quan </a:t>
            </a:r>
            <a:r>
              <a:rPr lang="vi-VN" dirty="0" err="1"/>
              <a:t>và</a:t>
            </a:r>
            <a:r>
              <a:rPr lang="vi-VN" dirty="0"/>
              <a:t> "</a:t>
            </a:r>
            <a:r>
              <a:rPr lang="vi-VN" dirty="0" err="1"/>
              <a:t>nhồi</a:t>
            </a:r>
            <a:r>
              <a:rPr lang="vi-VN" dirty="0"/>
              <a:t>" </a:t>
            </a:r>
            <a:r>
              <a:rPr lang="vi-VN" dirty="0" err="1"/>
              <a:t>vào</a:t>
            </a:r>
            <a:r>
              <a:rPr lang="vi-VN" dirty="0"/>
              <a:t> </a:t>
            </a:r>
            <a:r>
              <a:rPr lang="vi-VN" dirty="0" err="1"/>
              <a:t>prompt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mô </a:t>
            </a:r>
            <a:r>
              <a:rPr lang="vi-VN" dirty="0" err="1"/>
              <a:t>hình</a:t>
            </a:r>
            <a:r>
              <a:rPr lang="vi-VN" dirty="0"/>
              <a:t> </a:t>
            </a:r>
            <a:r>
              <a:rPr lang="vi-VN" dirty="0" err="1"/>
              <a:t>trả</a:t>
            </a:r>
            <a:r>
              <a:rPr lang="vi-VN" dirty="0"/>
              <a:t> </a:t>
            </a:r>
            <a:r>
              <a:rPr lang="vi-VN" dirty="0" err="1"/>
              <a:t>lời</a:t>
            </a:r>
            <a:r>
              <a:rPr lang="vi-VN" dirty="0"/>
              <a:t> </a:t>
            </a:r>
            <a:r>
              <a:rPr lang="vi-VN" dirty="0" err="1"/>
              <a:t>dựa</a:t>
            </a:r>
            <a:r>
              <a:rPr lang="vi-VN" dirty="0"/>
              <a:t> trên </a:t>
            </a:r>
            <a:r>
              <a:rPr lang="vi-VN" dirty="0" err="1"/>
              <a:t>tài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đó</a:t>
            </a:r>
            <a:endParaRPr lang="en-US" dirty="0"/>
          </a:p>
          <a:p>
            <a:pPr lvl="1"/>
            <a:r>
              <a:rPr lang="en-US" dirty="0"/>
              <a:t>C</a:t>
            </a:r>
            <a:r>
              <a:rPr lang="vi-VN" dirty="0"/>
              <a:t>ơ </a:t>
            </a:r>
            <a:r>
              <a:rPr lang="vi-VN" dirty="0" err="1"/>
              <a:t>chế</a:t>
            </a:r>
            <a:r>
              <a:rPr lang="vi-VN" dirty="0"/>
              <a:t>: </a:t>
            </a:r>
            <a:r>
              <a:rPr lang="vi-VN" dirty="0" err="1"/>
              <a:t>Tìm</a:t>
            </a:r>
            <a:r>
              <a:rPr lang="vi-VN" dirty="0"/>
              <a:t> </a:t>
            </a:r>
            <a:r>
              <a:rPr lang="vi-VN" dirty="0" err="1"/>
              <a:t>kiếm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+ </a:t>
            </a:r>
            <a:r>
              <a:rPr lang="vi-VN" dirty="0" err="1"/>
              <a:t>Tạo</a:t>
            </a:r>
            <a:r>
              <a:rPr lang="vi-VN" dirty="0"/>
              <a:t> câu </a:t>
            </a:r>
            <a:r>
              <a:rPr lang="vi-VN" dirty="0" err="1"/>
              <a:t>trả</a:t>
            </a:r>
            <a:r>
              <a:rPr lang="vi-VN" dirty="0"/>
              <a:t> </a:t>
            </a:r>
            <a:r>
              <a:rPr lang="vi-VN" dirty="0" err="1"/>
              <a:t>lời</a:t>
            </a:r>
            <a:r>
              <a:rPr lang="vi-VN" dirty="0"/>
              <a:t>. Thông tin </a:t>
            </a:r>
            <a:r>
              <a:rPr lang="vi-VN" dirty="0" err="1"/>
              <a:t>được</a:t>
            </a:r>
            <a:r>
              <a:rPr lang="vi-VN" dirty="0"/>
              <a:t> đưa </a:t>
            </a:r>
            <a:r>
              <a:rPr lang="vi-VN" dirty="0" err="1"/>
              <a:t>vào</a:t>
            </a:r>
            <a:r>
              <a:rPr lang="vi-VN" dirty="0"/>
              <a:t> </a:t>
            </a:r>
            <a:r>
              <a:rPr lang="vi-VN" dirty="0" err="1"/>
              <a:t>context</a:t>
            </a:r>
            <a:r>
              <a:rPr lang="vi-VN" dirty="0"/>
              <a:t> </a:t>
            </a:r>
            <a:r>
              <a:rPr lang="vi-VN" dirty="0" err="1"/>
              <a:t>window</a:t>
            </a:r>
            <a:r>
              <a:rPr lang="vi-VN" dirty="0"/>
              <a:t> </a:t>
            </a:r>
            <a:r>
              <a:rPr lang="vi-VN" dirty="0" err="1"/>
              <a:t>một</a:t>
            </a:r>
            <a:r>
              <a:rPr lang="vi-VN" dirty="0"/>
              <a:t> </a:t>
            </a:r>
            <a:r>
              <a:rPr lang="vi-VN" dirty="0" err="1"/>
              <a:t>cách</a:t>
            </a:r>
            <a:r>
              <a:rPr lang="vi-VN" dirty="0"/>
              <a:t> </a:t>
            </a:r>
            <a:r>
              <a:rPr lang="vi-VN" dirty="0" err="1"/>
              <a:t>tự</a:t>
            </a:r>
            <a:r>
              <a:rPr lang="vi-VN" dirty="0"/>
              <a:t> </a:t>
            </a:r>
            <a:r>
              <a:rPr lang="vi-VN" dirty="0" err="1"/>
              <a:t>động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762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0AB1E-A1D3-4255-85BF-51B4F4CBB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Fine-tune &amp; RAG &amp; (System + User) Prompt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0CD08-91F5-474A-98CC-60A8D3992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RAG</a:t>
            </a:r>
            <a:endParaRPr lang="en-US" dirty="0"/>
          </a:p>
        </p:txBody>
      </p:sp>
      <p:pic>
        <p:nvPicPr>
          <p:cNvPr id="4" name="Picture 2" descr="Ảnh-màn-hình-2025-07-25-lúc-4.31.32-CH.png (976×548)">
            <a:extLst>
              <a:ext uri="{FF2B5EF4-FFF2-40B4-BE49-F238E27FC236}">
                <a16:creationId xmlns:a16="http://schemas.microsoft.com/office/drawing/2014/main" id="{A1D8A6CA-0FAB-4FBE-9007-C75A4407C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6971" y="2358486"/>
            <a:ext cx="7140872" cy="4009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9413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238BA-BC47-4B6C-98CA-E36358425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Fine-tune &amp; RAG &amp; (System + User) Prompt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2818A-5523-452C-A173-92E5B3C46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cốt</a:t>
            </a:r>
            <a:r>
              <a:rPr lang="en-US" dirty="0"/>
              <a:t> </a:t>
            </a:r>
            <a:r>
              <a:rPr lang="en-US" dirty="0" err="1"/>
              <a:t>lõi</a:t>
            </a:r>
            <a:endParaRPr lang="en-US" dirty="0"/>
          </a:p>
          <a:p>
            <a:r>
              <a:rPr lang="vi-VN" dirty="0" err="1"/>
              <a:t>Fine-tuning</a:t>
            </a:r>
            <a:r>
              <a:rPr lang="vi-VN" dirty="0"/>
              <a:t>: </a:t>
            </a:r>
            <a:r>
              <a:rPr lang="vi-VN" dirty="0" err="1"/>
              <a:t>Là</a:t>
            </a:r>
            <a:r>
              <a:rPr lang="vi-VN" dirty="0"/>
              <a:t> </a:t>
            </a:r>
            <a:r>
              <a:rPr lang="vi-VN" dirty="0" err="1"/>
              <a:t>việc</a:t>
            </a:r>
            <a:r>
              <a:rPr lang="vi-VN" dirty="0"/>
              <a:t> đưa mô </a:t>
            </a:r>
            <a:r>
              <a:rPr lang="vi-VN" dirty="0" err="1"/>
              <a:t>hình</a:t>
            </a:r>
            <a:r>
              <a:rPr lang="vi-VN" dirty="0"/>
              <a:t> đi "</a:t>
            </a:r>
            <a:r>
              <a:rPr lang="vi-VN" dirty="0" err="1"/>
              <a:t>học</a:t>
            </a:r>
            <a:r>
              <a:rPr lang="vi-VN" dirty="0"/>
              <a:t> thêm" </a:t>
            </a:r>
            <a:r>
              <a:rPr lang="vi-VN" dirty="0" err="1"/>
              <a:t>để</a:t>
            </a:r>
            <a:r>
              <a:rPr lang="vi-VN" dirty="0"/>
              <a:t> thay </a:t>
            </a:r>
            <a:r>
              <a:rPr lang="vi-VN" dirty="0" err="1"/>
              <a:t>đổi</a:t>
            </a:r>
            <a:r>
              <a:rPr lang="vi-VN" dirty="0"/>
              <a:t> tư duy </a:t>
            </a:r>
            <a:r>
              <a:rPr lang="vi-VN" dirty="0" err="1"/>
              <a:t>và</a:t>
            </a:r>
            <a:r>
              <a:rPr lang="vi-VN" dirty="0"/>
              <a:t> </a:t>
            </a:r>
            <a:r>
              <a:rPr lang="vi-VN" dirty="0" err="1"/>
              <a:t>kiến</a:t>
            </a:r>
            <a:r>
              <a:rPr lang="vi-VN" dirty="0"/>
              <a:t> </a:t>
            </a:r>
            <a:r>
              <a:rPr lang="vi-VN" dirty="0" err="1"/>
              <a:t>thức</a:t>
            </a:r>
            <a:r>
              <a:rPr lang="vi-VN" dirty="0"/>
              <a:t> </a:t>
            </a:r>
            <a:r>
              <a:rPr lang="vi-VN" dirty="0" err="1"/>
              <a:t>nội</a:t>
            </a:r>
            <a:r>
              <a:rPr lang="vi-VN" dirty="0"/>
              <a:t> </a:t>
            </a:r>
            <a:r>
              <a:rPr lang="vi-VN" dirty="0" err="1"/>
              <a:t>tại</a:t>
            </a:r>
            <a:r>
              <a:rPr lang="vi-VN" dirty="0"/>
              <a:t>. </a:t>
            </a:r>
            <a:r>
              <a:rPr lang="vi-VN" dirty="0" err="1"/>
              <a:t>Quá</a:t>
            </a:r>
            <a:r>
              <a:rPr lang="vi-VN" dirty="0"/>
              <a:t> </a:t>
            </a:r>
            <a:r>
              <a:rPr lang="vi-VN" dirty="0" err="1"/>
              <a:t>trình</a:t>
            </a:r>
            <a:r>
              <a:rPr lang="vi-VN" dirty="0"/>
              <a:t> </a:t>
            </a:r>
            <a:r>
              <a:rPr lang="vi-VN" dirty="0" err="1"/>
              <a:t>này</a:t>
            </a:r>
            <a:r>
              <a:rPr lang="vi-VN" dirty="0"/>
              <a:t> thay </a:t>
            </a:r>
            <a:r>
              <a:rPr lang="vi-VN" dirty="0" err="1"/>
              <a:t>đổi</a:t>
            </a:r>
            <a:r>
              <a:rPr lang="vi-VN" dirty="0"/>
              <a:t> </a:t>
            </a:r>
            <a:r>
              <a:rPr lang="vi-VN" dirty="0" err="1"/>
              <a:t>vĩnh</a:t>
            </a:r>
            <a:r>
              <a:rPr lang="vi-VN" dirty="0"/>
              <a:t> </a:t>
            </a:r>
            <a:r>
              <a:rPr lang="vi-VN" dirty="0" err="1"/>
              <a:t>viễn</a:t>
            </a:r>
            <a:r>
              <a:rPr lang="vi-VN" dirty="0"/>
              <a:t> </a:t>
            </a:r>
            <a:r>
              <a:rPr lang="vi-VN" dirty="0" err="1"/>
              <a:t>các</a:t>
            </a:r>
            <a:r>
              <a:rPr lang="vi-VN" dirty="0"/>
              <a:t> </a:t>
            </a:r>
            <a:r>
              <a:rPr lang="vi-VN" dirty="0" err="1"/>
              <a:t>trọng</a:t>
            </a:r>
            <a:r>
              <a:rPr lang="vi-VN" dirty="0"/>
              <a:t> </a:t>
            </a:r>
            <a:r>
              <a:rPr lang="vi-VN" dirty="0" err="1"/>
              <a:t>số</a:t>
            </a:r>
            <a:r>
              <a:rPr lang="vi-VN" dirty="0"/>
              <a:t> (</a:t>
            </a:r>
            <a:r>
              <a:rPr lang="vi-VN" dirty="0" err="1"/>
              <a:t>weights</a:t>
            </a:r>
            <a:r>
              <a:rPr lang="vi-VN" dirty="0"/>
              <a:t>) bên trong </a:t>
            </a:r>
            <a:r>
              <a:rPr lang="vi-VN" dirty="0" err="1"/>
              <a:t>bộ</a:t>
            </a:r>
            <a:r>
              <a:rPr lang="vi-VN" dirty="0"/>
              <a:t> </a:t>
            </a:r>
            <a:r>
              <a:rPr lang="vi-VN" dirty="0" err="1"/>
              <a:t>não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en-US" dirty="0"/>
          </a:p>
          <a:p>
            <a:pPr lvl="1"/>
            <a:r>
              <a:rPr lang="vi-VN" dirty="0"/>
              <a:t>Cơ </a:t>
            </a:r>
            <a:r>
              <a:rPr lang="vi-VN" dirty="0" err="1"/>
              <a:t>chế</a:t>
            </a:r>
            <a:r>
              <a:rPr lang="vi-VN" dirty="0"/>
              <a:t>: </a:t>
            </a:r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r>
              <a:rPr lang="vi-VN" dirty="0"/>
              <a:t> </a:t>
            </a:r>
            <a:r>
              <a:rPr lang="vi-VN" dirty="0" err="1"/>
              <a:t>lại</a:t>
            </a:r>
            <a:r>
              <a:rPr lang="vi-VN" dirty="0"/>
              <a:t> (re-</a:t>
            </a:r>
            <a:r>
              <a:rPr lang="vi-VN" dirty="0" err="1"/>
              <a:t>training</a:t>
            </a:r>
            <a:r>
              <a:rPr lang="vi-VN" dirty="0"/>
              <a:t>) trên </a:t>
            </a:r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chuyên </a:t>
            </a:r>
            <a:r>
              <a:rPr lang="vi-VN" dirty="0" err="1"/>
              <a:t>biệt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mô </a:t>
            </a:r>
            <a:r>
              <a:rPr lang="vi-VN" dirty="0" err="1"/>
              <a:t>hình</a:t>
            </a:r>
            <a:r>
              <a:rPr lang="vi-VN" dirty="0"/>
              <a:t> ghi </a:t>
            </a:r>
            <a:r>
              <a:rPr lang="vi-VN" dirty="0" err="1"/>
              <a:t>nhớ</a:t>
            </a:r>
            <a:r>
              <a:rPr lang="vi-VN" dirty="0"/>
              <a:t> </a:t>
            </a:r>
            <a:r>
              <a:rPr lang="vi-VN" dirty="0" err="1"/>
              <a:t>các</a:t>
            </a:r>
            <a:r>
              <a:rPr lang="vi-VN" dirty="0"/>
              <a:t> </a:t>
            </a:r>
            <a:r>
              <a:rPr lang="vi-VN" dirty="0" err="1"/>
              <a:t>mẫu</a:t>
            </a:r>
            <a:r>
              <a:rPr lang="vi-VN" dirty="0"/>
              <a:t> </a:t>
            </a:r>
            <a:r>
              <a:rPr lang="vi-VN" dirty="0" err="1"/>
              <a:t>mới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065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0AB1E-A1D3-4255-85BF-51B4F4CBB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Fine-tune &amp; RAG &amp; (System + User) Prompt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0CD08-91F5-474A-98CC-60A8D3992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Fine-tune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841E7E-6E50-4B8D-8CDB-6E9FD5235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777" y="2346533"/>
            <a:ext cx="9247164" cy="386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5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238BA-BC47-4B6C-98CA-E36358425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Fine-tune &amp; RAG &amp; (System + User) Prompt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2818A-5523-452C-A173-92E5B3C46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Bảng so sánh chi tiết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80C224-67F9-4F27-A4B5-ED46C64E4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92" y="2289791"/>
            <a:ext cx="7655078" cy="368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780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238BA-BC47-4B6C-98CA-E36358425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Fine-tune &amp; RAG &amp; (System + User) Prompt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2818A-5523-452C-A173-92E5B3C46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vi-VN" dirty="0" err="1"/>
              <a:t>Hãy</a:t>
            </a:r>
            <a:r>
              <a:rPr lang="vi-VN" dirty="0"/>
              <a:t> </a:t>
            </a:r>
            <a:r>
              <a:rPr lang="vi-VN" dirty="0" err="1"/>
              <a:t>tưởng</a:t>
            </a:r>
            <a:r>
              <a:rPr lang="vi-VN" dirty="0"/>
              <a:t> </a:t>
            </a:r>
            <a:r>
              <a:rPr lang="vi-VN" dirty="0" err="1"/>
              <a:t>tượng</a:t>
            </a:r>
            <a:r>
              <a:rPr lang="vi-VN" dirty="0"/>
              <a:t> mô </a:t>
            </a:r>
            <a:r>
              <a:rPr lang="vi-VN" dirty="0" err="1"/>
              <a:t>hình</a:t>
            </a:r>
            <a:r>
              <a:rPr lang="vi-VN" dirty="0"/>
              <a:t> AI </a:t>
            </a:r>
            <a:r>
              <a:rPr lang="vi-VN" dirty="0" err="1"/>
              <a:t>là</a:t>
            </a:r>
            <a:r>
              <a:rPr lang="vi-VN" dirty="0"/>
              <a:t> </a:t>
            </a:r>
            <a:r>
              <a:rPr lang="vi-VN" dirty="0" err="1"/>
              <a:t>một</a:t>
            </a:r>
            <a:r>
              <a:rPr lang="vi-VN" dirty="0"/>
              <a:t> sinh viên đi thi:</a:t>
            </a:r>
          </a:p>
          <a:p>
            <a:r>
              <a:rPr lang="vi-VN" dirty="0"/>
              <a:t>1. </a:t>
            </a:r>
            <a:r>
              <a:rPr lang="vi-VN" dirty="0" err="1"/>
              <a:t>System</a:t>
            </a:r>
            <a:r>
              <a:rPr lang="vi-VN" dirty="0"/>
              <a:t> + </a:t>
            </a:r>
            <a:r>
              <a:rPr lang="vi-VN" dirty="0" err="1"/>
              <a:t>User</a:t>
            </a:r>
            <a:r>
              <a:rPr lang="vi-VN" dirty="0"/>
              <a:t> </a:t>
            </a:r>
            <a:r>
              <a:rPr lang="vi-VN" dirty="0" err="1"/>
              <a:t>Prompt</a:t>
            </a:r>
            <a:r>
              <a:rPr lang="vi-VN" dirty="0"/>
              <a:t>: </a:t>
            </a:r>
            <a:r>
              <a:rPr lang="vi-VN" dirty="0" err="1"/>
              <a:t>Bạn</a:t>
            </a:r>
            <a:r>
              <a:rPr lang="vi-VN" dirty="0"/>
              <a:t> đưa cho sinh viên </a:t>
            </a:r>
            <a:r>
              <a:rPr lang="vi-VN" dirty="0" err="1"/>
              <a:t>một</a:t>
            </a:r>
            <a:r>
              <a:rPr lang="vi-VN" dirty="0"/>
              <a:t> </a:t>
            </a:r>
            <a:r>
              <a:rPr lang="vi-VN" dirty="0" err="1"/>
              <a:t>tờ</a:t>
            </a:r>
            <a:r>
              <a:rPr lang="vi-VN" dirty="0"/>
              <a:t> </a:t>
            </a:r>
            <a:r>
              <a:rPr lang="vi-VN" dirty="0" err="1"/>
              <a:t>giấy</a:t>
            </a:r>
            <a:r>
              <a:rPr lang="vi-VN" dirty="0"/>
              <a:t> ghi </a:t>
            </a:r>
            <a:r>
              <a:rPr lang="vi-VN" dirty="0" err="1"/>
              <a:t>chú</a:t>
            </a:r>
            <a:r>
              <a:rPr lang="vi-VN" dirty="0"/>
              <a:t> </a:t>
            </a:r>
            <a:r>
              <a:rPr lang="vi-VN" dirty="0" err="1"/>
              <a:t>nhỏ</a:t>
            </a:r>
            <a:r>
              <a:rPr lang="vi-VN" dirty="0"/>
              <a:t> ngay </a:t>
            </a:r>
            <a:r>
              <a:rPr lang="vi-VN" dirty="0" err="1"/>
              <a:t>trước</a:t>
            </a:r>
            <a:r>
              <a:rPr lang="vi-VN" dirty="0"/>
              <a:t> khi thi: "</a:t>
            </a:r>
            <a:r>
              <a:rPr lang="vi-VN" dirty="0" err="1"/>
              <a:t>Hãy</a:t>
            </a:r>
            <a:r>
              <a:rPr lang="vi-VN" dirty="0"/>
              <a:t> </a:t>
            </a:r>
            <a:r>
              <a:rPr lang="vi-VN" dirty="0" err="1"/>
              <a:t>đóng</a:t>
            </a:r>
            <a:r>
              <a:rPr lang="vi-VN" dirty="0"/>
              <a:t> vai </a:t>
            </a:r>
            <a:r>
              <a:rPr lang="vi-VN" dirty="0" err="1"/>
              <a:t>một</a:t>
            </a:r>
            <a:r>
              <a:rPr lang="vi-VN" dirty="0"/>
              <a:t> </a:t>
            </a:r>
            <a:r>
              <a:rPr lang="vi-VN" dirty="0" err="1"/>
              <a:t>bác</a:t>
            </a:r>
            <a:r>
              <a:rPr lang="vi-VN" dirty="0"/>
              <a:t> </a:t>
            </a:r>
            <a:r>
              <a:rPr lang="vi-VN" dirty="0" err="1"/>
              <a:t>sĩ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</a:t>
            </a:r>
            <a:r>
              <a:rPr lang="vi-VN" dirty="0" err="1"/>
              <a:t>trả</a:t>
            </a:r>
            <a:r>
              <a:rPr lang="vi-VN" dirty="0"/>
              <a:t> </a:t>
            </a:r>
            <a:r>
              <a:rPr lang="vi-VN" dirty="0" err="1"/>
              <a:t>lời</a:t>
            </a:r>
            <a:r>
              <a:rPr lang="vi-VN" dirty="0"/>
              <a:t> câu </a:t>
            </a:r>
            <a:r>
              <a:rPr lang="vi-VN" dirty="0" err="1"/>
              <a:t>hỏi</a:t>
            </a:r>
            <a:r>
              <a:rPr lang="vi-VN" dirty="0"/>
              <a:t> </a:t>
            </a:r>
            <a:r>
              <a:rPr lang="vi-VN" dirty="0" err="1"/>
              <a:t>này</a:t>
            </a:r>
            <a:r>
              <a:rPr lang="vi-VN" dirty="0"/>
              <a:t> </a:t>
            </a:r>
            <a:r>
              <a:rPr lang="vi-VN" dirty="0" err="1"/>
              <a:t>nhé</a:t>
            </a:r>
            <a:r>
              <a:rPr lang="vi-VN" dirty="0"/>
              <a:t>". Sinh viên </a:t>
            </a:r>
            <a:r>
              <a:rPr lang="vi-VN" dirty="0" err="1"/>
              <a:t>sẽ</a:t>
            </a:r>
            <a:r>
              <a:rPr lang="vi-VN" dirty="0"/>
              <a:t> </a:t>
            </a:r>
            <a:r>
              <a:rPr lang="vi-VN" dirty="0" err="1"/>
              <a:t>dùng</a:t>
            </a:r>
            <a:r>
              <a:rPr lang="vi-VN" dirty="0"/>
              <a:t> </a:t>
            </a:r>
            <a:r>
              <a:rPr lang="vi-VN" dirty="0" err="1"/>
              <a:t>kiến</a:t>
            </a:r>
            <a:r>
              <a:rPr lang="vi-VN" dirty="0"/>
              <a:t> </a:t>
            </a:r>
            <a:r>
              <a:rPr lang="vi-VN" dirty="0" err="1"/>
              <a:t>thức</a:t>
            </a:r>
            <a:r>
              <a:rPr lang="vi-VN" dirty="0"/>
              <a:t> </a:t>
            </a:r>
            <a:r>
              <a:rPr lang="vi-VN" dirty="0" err="1"/>
              <a:t>vốn</a:t>
            </a:r>
            <a:r>
              <a:rPr lang="vi-VN" dirty="0"/>
              <a:t> </a:t>
            </a:r>
            <a:r>
              <a:rPr lang="vi-VN" dirty="0" err="1"/>
              <a:t>có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diễn</a:t>
            </a:r>
            <a:r>
              <a:rPr lang="vi-VN" dirty="0"/>
              <a:t> theo vai </a:t>
            </a:r>
            <a:r>
              <a:rPr lang="vi-VN" dirty="0" err="1"/>
              <a:t>đó</a:t>
            </a:r>
            <a:r>
              <a:rPr lang="vi-VN" dirty="0"/>
              <a:t>.</a:t>
            </a:r>
          </a:p>
          <a:p>
            <a:r>
              <a:rPr lang="vi-VN" dirty="0"/>
              <a:t>2. RAG: </a:t>
            </a:r>
            <a:r>
              <a:rPr lang="vi-VN" dirty="0" err="1"/>
              <a:t>Bạn</a:t>
            </a:r>
            <a:r>
              <a:rPr lang="vi-VN" dirty="0"/>
              <a:t> cho </a:t>
            </a:r>
            <a:r>
              <a:rPr lang="vi-VN" dirty="0" err="1"/>
              <a:t>phép</a:t>
            </a:r>
            <a:r>
              <a:rPr lang="vi-VN" dirty="0"/>
              <a:t> sinh viên mang </a:t>
            </a:r>
            <a:r>
              <a:rPr lang="vi-VN" dirty="0" err="1"/>
              <a:t>Sách</a:t>
            </a:r>
            <a:r>
              <a:rPr lang="vi-VN" dirty="0"/>
              <a:t> </a:t>
            </a:r>
            <a:r>
              <a:rPr lang="vi-VN" dirty="0" err="1"/>
              <a:t>giáo</a:t>
            </a:r>
            <a:r>
              <a:rPr lang="vi-VN" dirty="0"/>
              <a:t> khoa </a:t>
            </a:r>
            <a:r>
              <a:rPr lang="vi-VN" dirty="0" err="1"/>
              <a:t>vào</a:t>
            </a:r>
            <a:r>
              <a:rPr lang="vi-VN" dirty="0"/>
              <a:t> </a:t>
            </a:r>
            <a:r>
              <a:rPr lang="vi-VN" dirty="0" err="1"/>
              <a:t>phòng</a:t>
            </a:r>
            <a:r>
              <a:rPr lang="vi-VN" dirty="0"/>
              <a:t> thi (</a:t>
            </a:r>
            <a:r>
              <a:rPr lang="vi-VN" dirty="0" err="1"/>
              <a:t>Open-book</a:t>
            </a:r>
            <a:r>
              <a:rPr lang="vi-VN" dirty="0"/>
              <a:t> </a:t>
            </a:r>
            <a:r>
              <a:rPr lang="vi-VN" dirty="0" err="1"/>
              <a:t>exam</a:t>
            </a:r>
            <a:r>
              <a:rPr lang="vi-VN" dirty="0"/>
              <a:t>). Khi </a:t>
            </a:r>
            <a:r>
              <a:rPr lang="vi-VN" dirty="0" err="1"/>
              <a:t>gặp</a:t>
            </a:r>
            <a:r>
              <a:rPr lang="vi-VN" dirty="0"/>
              <a:t> câu </a:t>
            </a:r>
            <a:r>
              <a:rPr lang="vi-VN" dirty="0" err="1"/>
              <a:t>hỏi</a:t>
            </a:r>
            <a:r>
              <a:rPr lang="vi-VN" dirty="0"/>
              <a:t> </a:t>
            </a:r>
            <a:r>
              <a:rPr lang="vi-VN" dirty="0" err="1"/>
              <a:t>khó</a:t>
            </a:r>
            <a:r>
              <a:rPr lang="vi-VN" dirty="0"/>
              <a:t>, sinh viên </a:t>
            </a:r>
            <a:r>
              <a:rPr lang="vi-VN" dirty="0" err="1"/>
              <a:t>mở</a:t>
            </a:r>
            <a:r>
              <a:rPr lang="vi-VN" dirty="0"/>
              <a:t> </a:t>
            </a:r>
            <a:r>
              <a:rPr lang="vi-VN" dirty="0" err="1"/>
              <a:t>sách</a:t>
            </a:r>
            <a:r>
              <a:rPr lang="vi-VN" dirty="0"/>
              <a:t> ra tra </a:t>
            </a:r>
            <a:r>
              <a:rPr lang="vi-VN" dirty="0" err="1"/>
              <a:t>cứu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</a:t>
            </a:r>
            <a:r>
              <a:rPr lang="vi-VN" dirty="0" err="1"/>
              <a:t>chép</a:t>
            </a:r>
            <a:r>
              <a:rPr lang="vi-VN" dirty="0"/>
              <a:t> </a:t>
            </a:r>
            <a:r>
              <a:rPr lang="vi-VN" dirty="0" err="1"/>
              <a:t>lại</a:t>
            </a:r>
            <a:r>
              <a:rPr lang="vi-VN" dirty="0"/>
              <a:t> câu </a:t>
            </a:r>
            <a:r>
              <a:rPr lang="vi-VN" dirty="0" err="1"/>
              <a:t>trả</a:t>
            </a:r>
            <a:r>
              <a:rPr lang="vi-VN" dirty="0"/>
              <a:t> </a:t>
            </a:r>
            <a:r>
              <a:rPr lang="vi-VN" dirty="0" err="1"/>
              <a:t>lời</a:t>
            </a:r>
            <a:r>
              <a:rPr lang="vi-VN" dirty="0"/>
              <a:t> </a:t>
            </a:r>
            <a:r>
              <a:rPr lang="vi-VN" dirty="0" err="1"/>
              <a:t>chính</a:t>
            </a:r>
            <a:r>
              <a:rPr lang="vi-VN" dirty="0"/>
              <a:t> </a:t>
            </a:r>
            <a:r>
              <a:rPr lang="vi-VN" dirty="0" err="1"/>
              <a:t>xác</a:t>
            </a:r>
            <a:r>
              <a:rPr lang="vi-VN" dirty="0"/>
              <a:t> </a:t>
            </a:r>
            <a:r>
              <a:rPr lang="vi-VN" dirty="0" err="1"/>
              <a:t>từ</a:t>
            </a:r>
            <a:r>
              <a:rPr lang="vi-VN" dirty="0"/>
              <a:t> </a:t>
            </a:r>
            <a:r>
              <a:rPr lang="vi-VN" dirty="0" err="1"/>
              <a:t>sách</a:t>
            </a:r>
            <a:r>
              <a:rPr lang="vi-VN" dirty="0"/>
              <a:t>.</a:t>
            </a:r>
          </a:p>
          <a:p>
            <a:r>
              <a:rPr lang="vi-VN" dirty="0"/>
              <a:t>3. </a:t>
            </a:r>
            <a:r>
              <a:rPr lang="vi-VN" dirty="0" err="1"/>
              <a:t>Fine-tuning</a:t>
            </a:r>
            <a:r>
              <a:rPr lang="vi-VN" dirty="0"/>
              <a:t>: </a:t>
            </a:r>
            <a:r>
              <a:rPr lang="vi-VN" dirty="0" err="1"/>
              <a:t>Bạn</a:t>
            </a:r>
            <a:r>
              <a:rPr lang="vi-VN" dirty="0"/>
              <a:t> </a:t>
            </a:r>
            <a:r>
              <a:rPr lang="vi-VN" dirty="0" err="1"/>
              <a:t>bắt</a:t>
            </a:r>
            <a:r>
              <a:rPr lang="vi-VN" dirty="0"/>
              <a:t> sinh viên đi </a:t>
            </a:r>
            <a:r>
              <a:rPr lang="vi-VN" dirty="0" err="1"/>
              <a:t>học</a:t>
            </a:r>
            <a:r>
              <a:rPr lang="vi-VN" dirty="0"/>
              <a:t> </a:t>
            </a:r>
            <a:r>
              <a:rPr lang="vi-VN" dirty="0" err="1"/>
              <a:t>Trường</a:t>
            </a:r>
            <a:r>
              <a:rPr lang="vi-VN" dirty="0"/>
              <a:t> Y trong 4 năm (</a:t>
            </a:r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r>
              <a:rPr lang="vi-VN" dirty="0"/>
              <a:t> </a:t>
            </a:r>
            <a:r>
              <a:rPr lang="vi-VN" dirty="0" err="1"/>
              <a:t>lại</a:t>
            </a:r>
            <a:r>
              <a:rPr lang="vi-VN" dirty="0"/>
              <a:t>). Sinh viên </a:t>
            </a:r>
            <a:r>
              <a:rPr lang="vi-VN" dirty="0" err="1"/>
              <a:t>đã</a:t>
            </a:r>
            <a:r>
              <a:rPr lang="vi-VN" dirty="0"/>
              <a:t> </a:t>
            </a:r>
            <a:r>
              <a:rPr lang="vi-VN" dirty="0" err="1"/>
              <a:t>ngấm</a:t>
            </a:r>
            <a:r>
              <a:rPr lang="vi-VN" dirty="0"/>
              <a:t> </a:t>
            </a:r>
            <a:r>
              <a:rPr lang="vi-VN" dirty="0" err="1"/>
              <a:t>kiến</a:t>
            </a:r>
            <a:r>
              <a:rPr lang="vi-VN" dirty="0"/>
              <a:t> </a:t>
            </a:r>
            <a:r>
              <a:rPr lang="vi-VN" dirty="0" err="1"/>
              <a:t>thức</a:t>
            </a:r>
            <a:r>
              <a:rPr lang="vi-VN" dirty="0"/>
              <a:t> </a:t>
            </a:r>
            <a:r>
              <a:rPr lang="vi-VN" dirty="0" err="1"/>
              <a:t>vào</a:t>
            </a:r>
            <a:r>
              <a:rPr lang="vi-VN" dirty="0"/>
              <a:t> </a:t>
            </a:r>
            <a:r>
              <a:rPr lang="vi-VN" dirty="0" err="1"/>
              <a:t>đầu</a:t>
            </a:r>
            <a:r>
              <a:rPr lang="vi-VN" dirty="0"/>
              <a:t>, </a:t>
            </a:r>
            <a:r>
              <a:rPr lang="vi-VN" dirty="0" err="1"/>
              <a:t>phản</a:t>
            </a:r>
            <a:r>
              <a:rPr lang="vi-VN" dirty="0"/>
              <a:t> </a:t>
            </a:r>
            <a:r>
              <a:rPr lang="vi-VN" dirty="0" err="1"/>
              <a:t>xạ</a:t>
            </a:r>
            <a:r>
              <a:rPr lang="vi-VN" dirty="0"/>
              <a:t> </a:t>
            </a:r>
            <a:r>
              <a:rPr lang="vi-VN" dirty="0" err="1"/>
              <a:t>tự</a:t>
            </a:r>
            <a:r>
              <a:rPr lang="vi-VN" dirty="0"/>
              <a:t> nhiên như </a:t>
            </a:r>
            <a:r>
              <a:rPr lang="vi-VN" dirty="0" err="1"/>
              <a:t>bác</a:t>
            </a:r>
            <a:r>
              <a:rPr lang="vi-VN" dirty="0"/>
              <a:t> </a:t>
            </a:r>
            <a:r>
              <a:rPr lang="vi-VN" dirty="0" err="1"/>
              <a:t>sĩ</a:t>
            </a:r>
            <a:r>
              <a:rPr lang="vi-VN" dirty="0"/>
              <a:t> </a:t>
            </a:r>
            <a:r>
              <a:rPr lang="vi-VN" dirty="0" err="1"/>
              <a:t>mà</a:t>
            </a:r>
            <a:r>
              <a:rPr lang="vi-VN" dirty="0"/>
              <a:t> không </a:t>
            </a:r>
            <a:r>
              <a:rPr lang="vi-VN" dirty="0" err="1"/>
              <a:t>cần</a:t>
            </a:r>
            <a:r>
              <a:rPr lang="vi-VN" dirty="0"/>
              <a:t> </a:t>
            </a:r>
            <a:r>
              <a:rPr lang="vi-VN" dirty="0" err="1"/>
              <a:t>mở</a:t>
            </a:r>
            <a:r>
              <a:rPr lang="vi-VN" dirty="0"/>
              <a:t> </a:t>
            </a:r>
            <a:r>
              <a:rPr lang="vi-VN" dirty="0" err="1"/>
              <a:t>sách</a:t>
            </a:r>
            <a:r>
              <a:rPr lang="vi-VN" dirty="0"/>
              <a:t>, nhưng </a:t>
            </a:r>
            <a:r>
              <a:rPr lang="vi-VN" dirty="0" err="1"/>
              <a:t>nếu</a:t>
            </a:r>
            <a:r>
              <a:rPr lang="vi-VN" dirty="0"/>
              <a:t> y </a:t>
            </a:r>
            <a:r>
              <a:rPr lang="vi-VN" dirty="0" err="1"/>
              <a:t>học</a:t>
            </a:r>
            <a:r>
              <a:rPr lang="vi-VN" dirty="0"/>
              <a:t> </a:t>
            </a:r>
            <a:r>
              <a:rPr lang="vi-VN" dirty="0" err="1"/>
              <a:t>có</a:t>
            </a:r>
            <a:r>
              <a:rPr lang="vi-VN" dirty="0"/>
              <a:t> </a:t>
            </a:r>
            <a:r>
              <a:rPr lang="vi-VN" dirty="0" err="1"/>
              <a:t>phát</a:t>
            </a:r>
            <a:r>
              <a:rPr lang="vi-VN" dirty="0"/>
              <a:t> minh </a:t>
            </a:r>
            <a:r>
              <a:rPr lang="vi-VN" dirty="0" err="1"/>
              <a:t>mới</a:t>
            </a:r>
            <a:r>
              <a:rPr lang="vi-VN" dirty="0"/>
              <a:t> </a:t>
            </a:r>
            <a:r>
              <a:rPr lang="vi-VN" dirty="0" err="1"/>
              <a:t>vào</a:t>
            </a:r>
            <a:r>
              <a:rPr lang="vi-VN" dirty="0"/>
              <a:t> hôm qua, sinh viên </a:t>
            </a:r>
            <a:r>
              <a:rPr lang="vi-VN" dirty="0" err="1"/>
              <a:t>sẽ</a:t>
            </a:r>
            <a:r>
              <a:rPr lang="vi-VN" dirty="0"/>
              <a:t> không </a:t>
            </a:r>
            <a:r>
              <a:rPr lang="vi-VN" dirty="0" err="1"/>
              <a:t>biế</a:t>
            </a:r>
            <a:r>
              <a:rPr lang="en-US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395160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238BA-BC47-4B6C-98CA-E36358425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Các ph</a:t>
            </a:r>
            <a:r>
              <a:rPr lang="vi-VN" dirty="0"/>
              <a:t>ư</a:t>
            </a:r>
            <a:r>
              <a:rPr lang="en-US" dirty="0" err="1"/>
              <a:t>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Fine-Tune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2818A-5523-452C-A173-92E5B3C46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</a:t>
            </a:r>
            <a:r>
              <a:rPr lang="vi-VN" dirty="0"/>
              <a:t> </a:t>
            </a:r>
            <a:r>
              <a:rPr lang="vi-VN" dirty="0" err="1"/>
              <a:t>Supervised</a:t>
            </a:r>
            <a:r>
              <a:rPr lang="vi-VN" dirty="0"/>
              <a:t> </a:t>
            </a:r>
            <a:r>
              <a:rPr lang="vi-VN" dirty="0" err="1"/>
              <a:t>Fine-tuning</a:t>
            </a:r>
            <a:r>
              <a:rPr lang="vi-VN" dirty="0"/>
              <a:t> (Tinh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có</a:t>
            </a:r>
            <a:r>
              <a:rPr lang="vi-VN" dirty="0"/>
              <a:t> </a:t>
            </a:r>
            <a:r>
              <a:rPr lang="vi-VN" dirty="0" err="1"/>
              <a:t>giám</a:t>
            </a:r>
            <a:r>
              <a:rPr lang="vi-VN" dirty="0"/>
              <a:t> </a:t>
            </a:r>
            <a:r>
              <a:rPr lang="vi-VN" dirty="0" err="1"/>
              <a:t>sát</a:t>
            </a:r>
            <a:r>
              <a:rPr lang="vi-VN" dirty="0"/>
              <a:t>): Đây </a:t>
            </a:r>
            <a:r>
              <a:rPr lang="vi-VN" dirty="0" err="1"/>
              <a:t>là</a:t>
            </a:r>
            <a:r>
              <a:rPr lang="vi-VN" dirty="0"/>
              <a:t> phương </a:t>
            </a:r>
            <a:r>
              <a:rPr lang="vi-VN" dirty="0" err="1"/>
              <a:t>pháp</a:t>
            </a:r>
            <a:r>
              <a:rPr lang="vi-VN" dirty="0"/>
              <a:t> </a:t>
            </a:r>
            <a:r>
              <a:rPr lang="vi-VN" dirty="0" err="1"/>
              <a:t>phổ</a:t>
            </a:r>
            <a:r>
              <a:rPr lang="vi-VN" dirty="0"/>
              <a:t> </a:t>
            </a:r>
            <a:r>
              <a:rPr lang="vi-VN" dirty="0" err="1"/>
              <a:t>biến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</a:t>
            </a:r>
            <a:r>
              <a:rPr lang="vi-VN" dirty="0" err="1"/>
              <a:t>trực</a:t>
            </a:r>
            <a:r>
              <a:rPr lang="vi-VN" dirty="0"/>
              <a:t> </a:t>
            </a:r>
            <a:r>
              <a:rPr lang="vi-VN" dirty="0" err="1"/>
              <a:t>tiếp</a:t>
            </a:r>
            <a:r>
              <a:rPr lang="vi-VN" dirty="0"/>
              <a:t> </a:t>
            </a:r>
            <a:r>
              <a:rPr lang="vi-VN" dirty="0" err="1"/>
              <a:t>nhất</a:t>
            </a:r>
            <a:r>
              <a:rPr lang="vi-VN" dirty="0"/>
              <a:t>. Mô </a:t>
            </a:r>
            <a:r>
              <a:rPr lang="vi-VN" dirty="0" err="1"/>
              <a:t>hình</a:t>
            </a:r>
            <a:r>
              <a:rPr lang="vi-VN" dirty="0"/>
              <a:t> </a:t>
            </a:r>
            <a:r>
              <a:rPr lang="vi-VN" dirty="0" err="1"/>
              <a:t>được</a:t>
            </a:r>
            <a:r>
              <a:rPr lang="vi-VN" dirty="0"/>
              <a:t> </a:t>
            </a:r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r>
              <a:rPr lang="vi-VN" dirty="0"/>
              <a:t> thêm trên </a:t>
            </a:r>
            <a:r>
              <a:rPr lang="vi-VN" dirty="0" err="1"/>
              <a:t>một</a:t>
            </a:r>
            <a:r>
              <a:rPr lang="vi-VN" dirty="0"/>
              <a:t> </a:t>
            </a:r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có</a:t>
            </a:r>
            <a:r>
              <a:rPr lang="vi-VN" dirty="0"/>
              <a:t> </a:t>
            </a:r>
            <a:r>
              <a:rPr lang="vi-VN" dirty="0" err="1"/>
              <a:t>nhãn</a:t>
            </a:r>
            <a:r>
              <a:rPr lang="vi-VN" dirty="0"/>
              <a:t> (</a:t>
            </a:r>
            <a:r>
              <a:rPr lang="vi-VN" dirty="0" err="1"/>
              <a:t>labeled</a:t>
            </a:r>
            <a:r>
              <a:rPr lang="vi-VN" dirty="0"/>
              <a:t> </a:t>
            </a:r>
            <a:r>
              <a:rPr lang="vi-VN" dirty="0" err="1"/>
              <a:t>dataset</a:t>
            </a:r>
            <a:r>
              <a:rPr lang="vi-VN" dirty="0"/>
              <a:t>) </a:t>
            </a:r>
            <a:r>
              <a:rPr lang="vi-VN" dirty="0" err="1"/>
              <a:t>đặc</a:t>
            </a:r>
            <a:r>
              <a:rPr lang="vi-VN" dirty="0"/>
              <a:t> </a:t>
            </a:r>
            <a:r>
              <a:rPr lang="vi-VN" dirty="0" err="1"/>
              <a:t>thù</a:t>
            </a:r>
            <a:r>
              <a:rPr lang="vi-VN" dirty="0"/>
              <a:t> cho </a:t>
            </a:r>
            <a:r>
              <a:rPr lang="vi-VN" dirty="0" err="1"/>
              <a:t>nhiệm</a:t>
            </a:r>
            <a:r>
              <a:rPr lang="vi-VN" dirty="0"/>
              <a:t> </a:t>
            </a:r>
            <a:r>
              <a:rPr lang="vi-VN" dirty="0" err="1"/>
              <a:t>vụ</a:t>
            </a:r>
            <a:r>
              <a:rPr lang="vi-VN" dirty="0"/>
              <a:t> </a:t>
            </a:r>
            <a:r>
              <a:rPr lang="vi-VN" dirty="0" err="1"/>
              <a:t>mục</a:t>
            </a:r>
            <a:r>
              <a:rPr lang="vi-VN" dirty="0"/>
              <a:t> tiêu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971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B5C88-F4AF-455A-8324-E302EED87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1AD3B-8519-4A93-ACB3-4399F3171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616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1011</Words>
  <Application>Microsoft Office PowerPoint</Application>
  <PresentationFormat>Widescreen</PresentationFormat>
  <Paragraphs>43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1. Pre-trained model</vt:lpstr>
      <vt:lpstr>2. Fine-tuning</vt:lpstr>
      <vt:lpstr>2. Fine-tuning</vt:lpstr>
      <vt:lpstr>Fine-tune &amp; RAG &amp; (System + User) Prompt</vt:lpstr>
      <vt:lpstr>Fine-tune &amp; RAG &amp; (System + User) Prompt</vt:lpstr>
      <vt:lpstr>Fine-tune &amp; RAG &amp; (System + User) Prompt</vt:lpstr>
      <vt:lpstr>Fine-tune &amp; RAG &amp; (System + User) Prompt</vt:lpstr>
      <vt:lpstr>Fine-tune &amp; RAG &amp; (System + User) Prompt</vt:lpstr>
      <vt:lpstr>Fine-tune &amp; RAG &amp; (System + User) Prompt</vt:lpstr>
      <vt:lpstr>Fine-tune &amp; RAG &amp; (System + User) Prompt</vt:lpstr>
      <vt:lpstr>Các phương pháp Fine-Tune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Long Dang</dc:creator>
  <cp:lastModifiedBy>Long Dang</cp:lastModifiedBy>
  <cp:revision>5</cp:revision>
  <dcterms:created xsi:type="dcterms:W3CDTF">2026-01-25T04:33:39Z</dcterms:created>
  <dcterms:modified xsi:type="dcterms:W3CDTF">2026-01-25T08:45:42Z</dcterms:modified>
</cp:coreProperties>
</file>