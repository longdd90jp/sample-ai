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7" r:id="rId8"/>
    <p:sldId id="262" r:id="rId9"/>
    <p:sldId id="268" r:id="rId10"/>
    <p:sldId id="263" r:id="rId11"/>
    <p:sldId id="265" r:id="rId12"/>
    <p:sldId id="269" r:id="rId13"/>
    <p:sldId id="264" r:id="rId14"/>
    <p:sldId id="272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075FA-C746-473E-A7BA-3913CDCFD3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54A29-220E-48A0-AA7A-854CFFC161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1251F-2022-4B35-8FAA-13FA5472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4BC15-3672-4897-8E2E-C914AF17A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5BEFF-B415-4C19-9B63-E842A05D0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336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AD5D3-F2FC-4839-A270-FC235C31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7EB4A-5383-41DC-A6B8-300A9B91D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3E57-A26A-4ED2-B323-18EBB454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033ED-4A4D-4252-B202-EDA672097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F2FAE-9E0A-44ED-9E17-D2FAC9C81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62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CD19A-2EF2-477D-A770-F0E066CA5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3B262B-4DB4-4934-89CD-2F5AF84BD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9B829-470A-4CD2-98BB-AED2E20D3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92FB3-78D6-4D98-9ED6-615EF9F89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D4774-D01E-4B0B-8233-E4B3D73C5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1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79FA-51B0-4108-A5FF-927FDCA0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B5964-A7CE-4CC9-B677-E8D33615C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58474-88F5-48FB-AC4C-F77C8D75D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F2DD1-31F5-4A46-B326-AE0DA4E58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5166D-C70B-4259-AC64-213DA128C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E13B4-D888-4762-9A71-CC18731B6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595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68655-9D71-4F1B-917E-03D48123F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92A93-B30D-4870-95E6-3CE56574D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10390D-1638-4ABF-950D-D61D879CB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FAC21B-767C-48D8-B609-82296A64D2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F3B0C2-8AE3-4D94-B84E-060DD08097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140039-FEDB-431F-81F1-5DDBEC5D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D5DF88-3E99-470A-90D3-4315637D4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5F1AB-4324-47B8-BE2D-CC863EEE0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44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F161E-0007-4232-B966-9A3018AB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F3A011-424D-4257-9A74-F833D3399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F5C86-0D1B-4439-804A-5BCA55FB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864F9-A92A-4D86-86AD-0132B3D0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9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4265A6-DCED-4059-987B-BED2A376D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A1A4DB-1760-4490-85EE-081EE3EBD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8DCBD-C56C-4B16-8939-A08568F87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77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5979F-2A62-4E2C-8C3E-905A61448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464FA-D3C4-41FF-AA8B-CC868991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B79989-8D60-40CC-88EF-7EBDCA3AA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CD839-1995-4C88-8A86-2CDE40A9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8C85CD-13E9-4349-A775-79F66844A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AC695B-379E-4F48-A7A1-237224E2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021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E718B-8636-4122-A05A-E039AF03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769CA9-6BEB-4887-BAF2-D895877223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6A85F-BD9F-48DC-9BD8-894AB1201E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EE232-5DD2-4425-A432-2D65C4495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98536B-0D06-4B80-BB43-43AD1549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65EF3-687C-44A0-8E43-2480A923C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9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B36E8-BA93-4908-A17E-5E41D545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8E4A08-3894-48DE-846F-90CC0D79B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563DCE-7AF4-4370-9D52-7EA1C3FF8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97780-A4FE-4502-8EE0-B640AB52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6CBE-C9A3-4FC6-BF4E-3F909588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2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06FC72-5F21-48AC-A272-60E549CD5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325CF-55EA-4D2D-A629-486CCC82A2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A86B5-9723-4C8B-8D57-20E21C19B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54D2C-7F15-42DC-B87E-4EC79D659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79E5-3D55-4CEA-BE91-DAA18B310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366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487DFA-D5AA-4C8B-BA4B-D1599898A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71FDF-E02E-4AE0-A0CF-5D0D4B151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82D33-3547-4416-89EA-47A3F2BC0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69251-4F1A-41B5-B525-3C76C6B3F1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2053C-64EC-4736-97FC-EE4432B96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59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45F54-7DFF-43FA-83E7-0975C6C03D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917F7A-8473-4148-866F-71985FFC58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189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Pre-trained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(Mô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trước</a:t>
            </a:r>
            <a:r>
              <a:rPr lang="vi-VN" dirty="0"/>
              <a:t>)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trí</a:t>
            </a:r>
            <a:r>
              <a:rPr lang="vi-VN" dirty="0"/>
              <a:t> </a:t>
            </a:r>
            <a:r>
              <a:rPr lang="vi-VN" dirty="0" err="1"/>
              <a:t>tuệ</a:t>
            </a:r>
            <a:r>
              <a:rPr lang="vi-VN" dirty="0"/>
              <a:t> nhân </a:t>
            </a:r>
            <a:r>
              <a:rPr lang="vi-VN" dirty="0" err="1"/>
              <a:t>tạo</a:t>
            </a:r>
            <a:r>
              <a:rPr lang="vi-VN" dirty="0"/>
              <a:t> (</a:t>
            </a:r>
            <a:r>
              <a:rPr lang="vi-VN" dirty="0" err="1"/>
              <a:t>thường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- LLM như GPT)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trải</a:t>
            </a:r>
            <a:r>
              <a:rPr lang="vi-VN" dirty="0"/>
              <a:t> qua giai </a:t>
            </a:r>
            <a:r>
              <a:rPr lang="vi-VN" dirty="0" err="1"/>
              <a:t>đoạn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ban </a:t>
            </a:r>
            <a:r>
              <a:rPr lang="vi-VN" dirty="0" err="1"/>
              <a:t>đầu</a:t>
            </a:r>
            <a:r>
              <a:rPr lang="vi-VN" dirty="0"/>
              <a:t>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văn </a:t>
            </a:r>
            <a:r>
              <a:rPr lang="vi-VN" dirty="0" err="1"/>
              <a:t>bản</a:t>
            </a:r>
            <a:r>
              <a:rPr lang="vi-VN" dirty="0"/>
              <a:t> </a:t>
            </a:r>
            <a:r>
              <a:rPr lang="vi-VN" dirty="0" err="1"/>
              <a:t>khổng</a:t>
            </a:r>
            <a:r>
              <a:rPr lang="vi-VN" dirty="0"/>
              <a:t> </a:t>
            </a:r>
            <a:r>
              <a:rPr lang="vi-VN" dirty="0" err="1"/>
              <a:t>lồ</a:t>
            </a:r>
            <a:r>
              <a:rPr lang="en-US" dirty="0"/>
              <a:t>.</a:t>
            </a:r>
          </a:p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:</a:t>
            </a:r>
          </a:p>
          <a:p>
            <a:pPr lvl="1"/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tổng</a:t>
            </a:r>
            <a:r>
              <a:rPr lang="vi-VN" dirty="0"/>
              <a:t> </a:t>
            </a:r>
            <a:r>
              <a:rPr lang="vi-VN" dirty="0" err="1"/>
              <a:t>quát</a:t>
            </a:r>
            <a:r>
              <a:rPr lang="vi-VN" dirty="0"/>
              <a:t>: </a:t>
            </a:r>
            <a:r>
              <a:rPr lang="vi-VN" dirty="0" err="1"/>
              <a:t>Mục</a:t>
            </a:r>
            <a:r>
              <a:rPr lang="vi-VN" dirty="0"/>
              <a:t> tiêu </a:t>
            </a:r>
            <a:r>
              <a:rPr lang="vi-VN" dirty="0" err="1"/>
              <a:t>của</a:t>
            </a:r>
            <a:r>
              <a:rPr lang="vi-VN" dirty="0"/>
              <a:t> giai </a:t>
            </a:r>
            <a:r>
              <a:rPr lang="vi-VN" dirty="0" err="1"/>
              <a:t>đoạn</a:t>
            </a:r>
            <a:r>
              <a:rPr lang="vi-VN" dirty="0"/>
              <a:t> </a:t>
            </a:r>
            <a:r>
              <a:rPr lang="vi-VN" dirty="0" err="1"/>
              <a:t>pre-training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giúp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nguyên </a:t>
            </a:r>
            <a:r>
              <a:rPr lang="vi-VN" dirty="0" err="1"/>
              <a:t>tắc</a:t>
            </a:r>
            <a:r>
              <a:rPr lang="vi-VN" dirty="0"/>
              <a:t> cơ </a:t>
            </a:r>
            <a:r>
              <a:rPr lang="vi-VN" dirty="0" err="1"/>
              <a:t>bản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nhiên,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sắp</a:t>
            </a:r>
            <a:r>
              <a:rPr lang="vi-VN" dirty="0"/>
              <a:t> </a:t>
            </a:r>
            <a:r>
              <a:rPr lang="vi-VN" dirty="0" err="1"/>
              <a:t>xếp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thu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rộng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thế</a:t>
            </a:r>
            <a:r>
              <a:rPr lang="vi-VN" dirty="0"/>
              <a:t> </a:t>
            </a:r>
            <a:r>
              <a:rPr lang="vi-VN" dirty="0" err="1"/>
              <a:t>giớ</a:t>
            </a:r>
            <a:r>
              <a:rPr lang="en-US" dirty="0" err="1"/>
              <a:t>i</a:t>
            </a:r>
            <a:endParaRPr lang="en-US" dirty="0"/>
          </a:p>
          <a:p>
            <a:pPr lvl="1"/>
            <a:r>
              <a:rPr lang="vi-VN" dirty="0"/>
              <a:t>Cơ </a:t>
            </a:r>
            <a:r>
              <a:rPr lang="vi-VN" dirty="0" err="1"/>
              <a:t>chế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: </a:t>
            </a:r>
            <a:r>
              <a:rPr lang="vi-VN" dirty="0" err="1"/>
              <a:t>Về</a:t>
            </a:r>
            <a:r>
              <a:rPr lang="vi-VN" dirty="0"/>
              <a:t> cơ </a:t>
            </a:r>
            <a:r>
              <a:rPr lang="vi-VN" dirty="0" err="1"/>
              <a:t>bản</a:t>
            </a:r>
            <a:r>
              <a:rPr lang="vi-VN" dirty="0"/>
              <a:t>,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thiết</a:t>
            </a:r>
            <a:r>
              <a:rPr lang="vi-VN" dirty="0"/>
              <a:t> </a:t>
            </a:r>
            <a:r>
              <a:rPr lang="vi-VN" dirty="0" err="1"/>
              <a:t>kế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dự</a:t>
            </a:r>
            <a:r>
              <a:rPr lang="vi-VN" dirty="0"/>
              <a:t> </a:t>
            </a:r>
            <a:r>
              <a:rPr lang="vi-VN" dirty="0" err="1"/>
              <a:t>đoán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theo trong </a:t>
            </a:r>
            <a:r>
              <a:rPr lang="vi-VN" dirty="0" err="1"/>
              <a:t>một</a:t>
            </a:r>
            <a:r>
              <a:rPr lang="vi-VN" dirty="0"/>
              <a:t> câu </a:t>
            </a:r>
            <a:r>
              <a:rPr lang="vi-VN" dirty="0" err="1"/>
              <a:t>dựa</a:t>
            </a:r>
            <a:r>
              <a:rPr lang="vi-VN" dirty="0"/>
              <a:t> trên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đoạn</a:t>
            </a:r>
            <a:r>
              <a:rPr lang="vi-VN" dirty="0"/>
              <a:t> văn </a:t>
            </a:r>
            <a:r>
              <a:rPr lang="vi-VN" dirty="0" err="1"/>
              <a:t>bản</a:t>
            </a:r>
            <a:r>
              <a:rPr lang="vi-VN" dirty="0"/>
              <a:t> đi </a:t>
            </a:r>
            <a:r>
              <a:rPr lang="vi-VN" dirty="0" err="1"/>
              <a:t>trước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.</a:t>
            </a:r>
            <a:endParaRPr lang="en-US" dirty="0"/>
          </a:p>
          <a:p>
            <a:pPr lvl="2"/>
            <a:r>
              <a:rPr lang="vi-VN" dirty="0" err="1"/>
              <a:t>Ví</a:t>
            </a:r>
            <a:r>
              <a:rPr lang="vi-VN" dirty="0"/>
              <a:t> </a:t>
            </a:r>
            <a:r>
              <a:rPr lang="vi-VN" dirty="0" err="1"/>
              <a:t>dụ</a:t>
            </a:r>
            <a:r>
              <a:rPr lang="vi-VN" dirty="0"/>
              <a:t>: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như GPT (</a:t>
            </a:r>
            <a:r>
              <a:rPr lang="vi-VN" dirty="0" err="1"/>
              <a:t>Generative</a:t>
            </a:r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Transformer</a:t>
            </a:r>
            <a:r>
              <a:rPr lang="vi-VN" dirty="0"/>
              <a:t>) hay BERT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models</a:t>
            </a:r>
            <a:r>
              <a:rPr lang="vi-VN" dirty="0"/>
              <a:t> </a:t>
            </a:r>
            <a:r>
              <a:rPr lang="vi-VN" dirty="0" err="1"/>
              <a:t>điển</a:t>
            </a:r>
            <a:r>
              <a:rPr lang="vi-VN" dirty="0"/>
              <a:t> </a:t>
            </a:r>
            <a:r>
              <a:rPr lang="vi-VN" dirty="0" err="1"/>
              <a:t>hình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160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 err="1"/>
              <a:t>Fine-tuning</a:t>
            </a:r>
            <a:r>
              <a:rPr lang="vi-VN" dirty="0"/>
              <a:t> (tinh </a:t>
            </a:r>
            <a:r>
              <a:rPr lang="vi-VN" dirty="0" err="1"/>
              <a:t>chỉnh</a:t>
            </a:r>
            <a:r>
              <a:rPr lang="vi-VN" dirty="0"/>
              <a:t>)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lấy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trước</a:t>
            </a:r>
            <a:r>
              <a:rPr lang="vi-VN" dirty="0"/>
              <a:t> (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)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</a:t>
            </a:r>
            <a:r>
              <a:rPr lang="vi-VN" dirty="0" err="1"/>
              <a:t>tục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vi-VN" dirty="0"/>
              <a:t> hơn</a:t>
            </a:r>
            <a:endParaRPr lang="en-US" dirty="0"/>
          </a:p>
          <a:p>
            <a:r>
              <a:rPr lang="en-US" dirty="0" err="1"/>
              <a:t>Lý</a:t>
            </a:r>
            <a:r>
              <a:rPr lang="en-US" dirty="0"/>
              <a:t> do </a:t>
            </a:r>
            <a:r>
              <a:rPr lang="en-US" dirty="0" err="1"/>
              <a:t>cần</a:t>
            </a:r>
            <a:r>
              <a:rPr lang="en-US" dirty="0"/>
              <a:t> Fine-Tune: </a:t>
            </a:r>
          </a:p>
          <a:p>
            <a:pPr lvl="1"/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(LLM) ban </a:t>
            </a:r>
            <a:r>
              <a:rPr lang="vi-VN" dirty="0" err="1"/>
              <a:t>đầu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trên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khổng</a:t>
            </a:r>
            <a:r>
              <a:rPr lang="vi-VN" dirty="0"/>
              <a:t> </a:t>
            </a:r>
            <a:r>
              <a:rPr lang="vi-VN" dirty="0" err="1"/>
              <a:t>lồ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</a:t>
            </a:r>
            <a:r>
              <a:rPr lang="vi-VN" dirty="0" err="1"/>
              <a:t>loại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nhận</a:t>
            </a:r>
            <a:r>
              <a:rPr lang="vi-VN" dirty="0"/>
              <a:t> </a:t>
            </a:r>
            <a:r>
              <a:rPr lang="vi-VN" dirty="0" err="1"/>
              <a:t>diện</a:t>
            </a:r>
            <a:r>
              <a:rPr lang="vi-VN" dirty="0"/>
              <a:t>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thu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tổng</a:t>
            </a:r>
            <a:r>
              <a:rPr lang="vi-VN" dirty="0"/>
              <a:t> </a:t>
            </a:r>
            <a:r>
              <a:rPr lang="vi-VN" dirty="0" err="1"/>
              <a:t>quát</a:t>
            </a:r>
            <a:r>
              <a:rPr lang="vi-VN" dirty="0"/>
              <a:t>. </a:t>
            </a:r>
            <a:endParaRPr lang="en-US" dirty="0"/>
          </a:p>
          <a:p>
            <a:pPr lvl="1"/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giúp</a:t>
            </a:r>
            <a:r>
              <a:rPr lang="vi-VN" dirty="0"/>
              <a:t> </a:t>
            </a:r>
            <a:r>
              <a:rPr lang="vi-VN" dirty="0" err="1"/>
              <a:t>chúng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khả</a:t>
            </a:r>
            <a:r>
              <a:rPr lang="vi-VN" dirty="0"/>
              <a:t> năng </a:t>
            </a:r>
            <a:r>
              <a:rPr lang="vi-VN" dirty="0" err="1"/>
              <a:t>xử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 đa </a:t>
            </a:r>
            <a:r>
              <a:rPr lang="vi-VN" dirty="0" err="1"/>
              <a:t>dạng</a:t>
            </a:r>
            <a:r>
              <a:rPr lang="vi-VN" dirty="0"/>
              <a:t> </a:t>
            </a:r>
            <a:r>
              <a:rPr lang="vi-VN" dirty="0" err="1"/>
              <a:t>tình</a:t>
            </a:r>
            <a:r>
              <a:rPr lang="vi-VN" dirty="0"/>
              <a:t> </a:t>
            </a:r>
            <a:r>
              <a:rPr lang="vi-VN" dirty="0" err="1"/>
              <a:t>huống</a:t>
            </a:r>
            <a:r>
              <a:rPr lang="vi-VN" dirty="0"/>
              <a:t> nhưng </a:t>
            </a:r>
            <a:r>
              <a:rPr lang="vi-VN" dirty="0" err="1"/>
              <a:t>thường</a:t>
            </a:r>
            <a:r>
              <a:rPr lang="vi-VN" dirty="0"/>
              <a:t> </a:t>
            </a:r>
            <a:r>
              <a:rPr lang="vi-VN" dirty="0" err="1"/>
              <a:t>thiếu</a:t>
            </a:r>
            <a:r>
              <a:rPr lang="vi-VN" dirty="0"/>
              <a:t> </a:t>
            </a:r>
            <a:r>
              <a:rPr lang="vi-VN" dirty="0" err="1"/>
              <a:t>độ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khi </a:t>
            </a:r>
            <a:r>
              <a:rPr lang="vi-VN" dirty="0" err="1"/>
              <a:t>áp</a:t>
            </a:r>
            <a:r>
              <a:rPr lang="vi-VN" dirty="0"/>
              <a:t> </a:t>
            </a:r>
            <a:r>
              <a:rPr lang="vi-VN" dirty="0" err="1"/>
              <a:t>dụng</a:t>
            </a:r>
            <a:r>
              <a:rPr lang="vi-VN" dirty="0"/>
              <a:t> cho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tác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.</a:t>
            </a:r>
            <a:endParaRPr lang="en-US" dirty="0"/>
          </a:p>
          <a:p>
            <a:pPr lvl="1"/>
            <a:r>
              <a:rPr lang="vi-VN" dirty="0" err="1"/>
              <a:t>Fine-Tuning</a:t>
            </a:r>
            <a:r>
              <a:rPr lang="vi-VN" dirty="0"/>
              <a:t> </a:t>
            </a:r>
            <a:r>
              <a:rPr lang="vi-VN" dirty="0" err="1"/>
              <a:t>giải</a:t>
            </a:r>
            <a:r>
              <a:rPr lang="vi-VN" dirty="0"/>
              <a:t> </a:t>
            </a:r>
            <a:r>
              <a:rPr lang="vi-VN" dirty="0" err="1"/>
              <a:t>quyết</a:t>
            </a:r>
            <a:r>
              <a:rPr lang="vi-VN" dirty="0"/>
              <a:t> </a:t>
            </a:r>
            <a:r>
              <a:rPr lang="vi-VN" dirty="0" err="1"/>
              <a:t>khoảng</a:t>
            </a:r>
            <a:r>
              <a:rPr lang="vi-VN" dirty="0"/>
              <a:t> </a:t>
            </a:r>
            <a:r>
              <a:rPr lang="vi-VN" dirty="0" err="1"/>
              <a:t>trống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bằng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tinh </a:t>
            </a:r>
            <a:r>
              <a:rPr lang="vi-VN" dirty="0" err="1"/>
              <a:t>chỉnh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sẵn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tốt</a:t>
            </a:r>
            <a:r>
              <a:rPr lang="vi-VN" dirty="0"/>
              <a:t> hơn trong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lĩnh</a:t>
            </a:r>
            <a:r>
              <a:rPr lang="vi-VN" dirty="0"/>
              <a:t> </a:t>
            </a:r>
            <a:r>
              <a:rPr lang="vi-VN" dirty="0" err="1"/>
              <a:t>vực</a:t>
            </a:r>
            <a:r>
              <a:rPr lang="vi-VN" dirty="0"/>
              <a:t> </a:t>
            </a:r>
            <a:r>
              <a:rPr lang="vi-VN" dirty="0" err="1"/>
              <a:t>hoặc</a:t>
            </a:r>
            <a:r>
              <a:rPr lang="vi-VN" dirty="0"/>
              <a:t> </a:t>
            </a:r>
            <a:r>
              <a:rPr lang="vi-VN" dirty="0" err="1"/>
              <a:t>nhiệm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</a:t>
            </a:r>
            <a:r>
              <a:rPr lang="vi-VN" dirty="0" err="1"/>
              <a:t>cụ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233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là</a:t>
            </a:r>
            <a:endParaRPr lang="en-US" dirty="0"/>
          </a:p>
          <a:p>
            <a:r>
              <a:rPr lang="vi-VN" dirty="0"/>
              <a:t>Chuyên môn </a:t>
            </a:r>
            <a:r>
              <a:rPr lang="vi-VN" dirty="0" err="1"/>
              <a:t>hóa</a:t>
            </a:r>
            <a:r>
              <a:rPr lang="vi-VN" dirty="0"/>
              <a:t>: </a:t>
            </a:r>
            <a:r>
              <a:rPr lang="vi-VN" dirty="0" err="1"/>
              <a:t>Giúp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sâu hơn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thuật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hoặc</a:t>
            </a:r>
            <a:r>
              <a:rPr lang="vi-VN" dirty="0"/>
              <a:t> </a:t>
            </a:r>
            <a:r>
              <a:rPr lang="vi-VN" dirty="0" err="1"/>
              <a:t>tình</a:t>
            </a:r>
            <a:r>
              <a:rPr lang="vi-VN" dirty="0"/>
              <a:t> </a:t>
            </a:r>
            <a:r>
              <a:rPr lang="vi-VN" dirty="0" err="1"/>
              <a:t>huống</a:t>
            </a:r>
            <a:r>
              <a:rPr lang="vi-VN" dirty="0"/>
              <a:t> </a:t>
            </a:r>
            <a:r>
              <a:rPr lang="vi-VN" dirty="0" err="1"/>
              <a:t>đặc</a:t>
            </a:r>
            <a:r>
              <a:rPr lang="vi-VN" dirty="0"/>
              <a:t> </a:t>
            </a:r>
            <a:r>
              <a:rPr lang="vi-VN" dirty="0" err="1"/>
              <a:t>thù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lĩnh</a:t>
            </a:r>
            <a:r>
              <a:rPr lang="vi-VN" dirty="0"/>
              <a:t> </a:t>
            </a:r>
            <a:r>
              <a:rPr lang="vi-VN" dirty="0" err="1"/>
              <a:t>vực</a:t>
            </a:r>
            <a:r>
              <a:rPr lang="vi-VN" dirty="0"/>
              <a:t> </a:t>
            </a:r>
            <a:r>
              <a:rPr lang="vi-VN" dirty="0" err="1"/>
              <a:t>cụ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(như y </a:t>
            </a:r>
            <a:r>
              <a:rPr lang="vi-VN" dirty="0" err="1"/>
              <a:t>tế</a:t>
            </a:r>
            <a:r>
              <a:rPr lang="vi-VN" dirty="0"/>
              <a:t>,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,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) </a:t>
            </a:r>
            <a:r>
              <a:rPr lang="vi-VN" dirty="0" err="1"/>
              <a:t>mà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gốc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chưa </a:t>
            </a:r>
            <a:r>
              <a:rPr lang="vi-VN" dirty="0" err="1"/>
              <a:t>nắm</a:t>
            </a:r>
            <a:r>
              <a:rPr lang="vi-VN" dirty="0"/>
              <a:t> </a:t>
            </a:r>
            <a:r>
              <a:rPr lang="vi-VN" dirty="0" err="1"/>
              <a:t>vững</a:t>
            </a:r>
            <a:endParaRPr lang="en-US" dirty="0"/>
          </a:p>
          <a:p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hành</a:t>
            </a:r>
            <a:r>
              <a:rPr lang="en-US" dirty="0"/>
              <a:t> vi: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(weights) </a:t>
            </a:r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nó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ra </a:t>
            </a:r>
            <a:r>
              <a:rPr lang="en-US" dirty="0" err="1"/>
              <a:t>đầu</a:t>
            </a:r>
            <a:r>
              <a:rPr lang="en-US" dirty="0"/>
              <a:t> ra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phong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, </a:t>
            </a:r>
            <a:r>
              <a:rPr lang="en-US" dirty="0" err="1"/>
              <a:t>giọng</a:t>
            </a:r>
            <a:r>
              <a:rPr lang="en-US" dirty="0"/>
              <a:t> </a:t>
            </a:r>
            <a:r>
              <a:rPr lang="en-US" dirty="0" err="1"/>
              <a:t>điệu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cố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(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</a:t>
            </a:r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, </a:t>
            </a:r>
            <a:r>
              <a:rPr lang="en-US" dirty="0" err="1"/>
              <a:t>viết</a:t>
            </a:r>
            <a:r>
              <a:rPr lang="en-US" dirty="0"/>
              <a:t> code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riêng</a:t>
            </a:r>
            <a:r>
              <a:rPr lang="en-US" dirty="0"/>
              <a:t>)</a:t>
            </a:r>
          </a:p>
          <a:p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: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"</a:t>
            </a:r>
            <a:r>
              <a:rPr lang="en-US" dirty="0" err="1"/>
              <a:t>chuyên</a:t>
            </a:r>
            <a:r>
              <a:rPr lang="en-US" dirty="0"/>
              <a:t> </a:t>
            </a:r>
            <a:r>
              <a:rPr lang="en-US" dirty="0" err="1"/>
              <a:t>gia</a:t>
            </a:r>
            <a:r>
              <a:rPr lang="en-US" dirty="0"/>
              <a:t>"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lĩnh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</a:t>
            </a:r>
            <a:r>
              <a:rPr lang="en-US" dirty="0" err="1"/>
              <a:t>hẹp</a:t>
            </a:r>
            <a:r>
              <a:rPr lang="en-US" dirty="0"/>
              <a:t>,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636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 err="1"/>
              <a:t>System</a:t>
            </a:r>
            <a:r>
              <a:rPr lang="vi-VN" dirty="0"/>
              <a:t> + 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(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Engineering</a:t>
            </a:r>
            <a:r>
              <a:rPr lang="vi-VN" dirty="0"/>
              <a:t>):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viết</a:t>
            </a:r>
            <a:r>
              <a:rPr lang="vi-VN" dirty="0"/>
              <a:t> </a:t>
            </a:r>
            <a:r>
              <a:rPr lang="vi-VN" dirty="0" err="1"/>
              <a:t>hướng</a:t>
            </a:r>
            <a:r>
              <a:rPr lang="vi-VN" dirty="0"/>
              <a:t> </a:t>
            </a:r>
            <a:r>
              <a:rPr lang="vi-VN" dirty="0" err="1"/>
              <a:t>dẫn</a:t>
            </a:r>
            <a:r>
              <a:rPr lang="vi-VN" dirty="0"/>
              <a:t> (</a:t>
            </a:r>
            <a:r>
              <a:rPr lang="vi-VN" dirty="0" err="1"/>
              <a:t>instruction</a:t>
            </a:r>
            <a:r>
              <a:rPr lang="vi-VN" dirty="0"/>
              <a:t>) </a:t>
            </a:r>
            <a:r>
              <a:rPr lang="vi-VN" dirty="0" err="1"/>
              <a:t>vào</a:t>
            </a:r>
            <a:r>
              <a:rPr lang="vi-VN" dirty="0"/>
              <a:t> khung </a:t>
            </a:r>
            <a:r>
              <a:rPr lang="vi-VN" dirty="0" err="1"/>
              <a:t>chat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yêu </a:t>
            </a:r>
            <a:r>
              <a:rPr lang="vi-VN" dirty="0" err="1"/>
              <a:t>cầu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theo ý </a:t>
            </a:r>
            <a:r>
              <a:rPr lang="vi-VN" dirty="0" err="1"/>
              <a:t>mình</a:t>
            </a:r>
            <a:r>
              <a:rPr lang="vi-VN" dirty="0"/>
              <a:t> </a:t>
            </a:r>
            <a:r>
              <a:rPr lang="vi-VN" dirty="0" err="1"/>
              <a:t>mà</a:t>
            </a:r>
            <a:r>
              <a:rPr lang="vi-VN" dirty="0"/>
              <a:t> không thay </a:t>
            </a:r>
            <a:r>
              <a:rPr lang="vi-VN" dirty="0" err="1"/>
              <a:t>đổi</a:t>
            </a:r>
            <a:r>
              <a:rPr lang="vi-VN" dirty="0"/>
              <a:t> </a:t>
            </a:r>
            <a:r>
              <a:rPr lang="vi-VN" dirty="0" err="1"/>
              <a:t>bất</a:t>
            </a:r>
            <a:r>
              <a:rPr lang="vi-VN" dirty="0"/>
              <a:t> </a:t>
            </a:r>
            <a:r>
              <a:rPr lang="vi-VN" dirty="0" err="1"/>
              <a:t>kỳ</a:t>
            </a:r>
            <a:r>
              <a:rPr lang="vi-VN" dirty="0"/>
              <a:t> </a:t>
            </a:r>
            <a:r>
              <a:rPr lang="vi-VN" dirty="0" err="1"/>
              <a:t>điều</a:t>
            </a:r>
            <a:r>
              <a:rPr lang="vi-VN" dirty="0"/>
              <a:t> </a:t>
            </a:r>
            <a:r>
              <a:rPr lang="vi-VN" dirty="0" err="1"/>
              <a:t>gì</a:t>
            </a:r>
            <a:r>
              <a:rPr lang="vi-VN" dirty="0"/>
              <a:t> bên trong mô </a:t>
            </a:r>
            <a:r>
              <a:rPr lang="vi-VN" dirty="0" err="1"/>
              <a:t>hình</a:t>
            </a:r>
            <a:r>
              <a:rPr lang="vi-VN" dirty="0"/>
              <a:t> hay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nối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ngoài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en-US" dirty="0"/>
          </a:p>
          <a:p>
            <a:pPr lvl="1"/>
            <a:r>
              <a:rPr lang="vi-VN" dirty="0"/>
              <a:t> Cơ </a:t>
            </a:r>
            <a:r>
              <a:rPr lang="vi-VN" dirty="0" err="1"/>
              <a:t>chế</a:t>
            </a:r>
            <a:r>
              <a:rPr lang="vi-VN" dirty="0"/>
              <a:t>: Cung </a:t>
            </a:r>
            <a:r>
              <a:rPr lang="vi-VN" dirty="0" err="1"/>
              <a:t>cấp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cảnh</a:t>
            </a:r>
            <a:r>
              <a:rPr lang="vi-VN" dirty="0"/>
              <a:t> </a:t>
            </a:r>
            <a:r>
              <a:rPr lang="vi-VN" dirty="0" err="1"/>
              <a:t>ngắn</a:t>
            </a:r>
            <a:r>
              <a:rPr lang="vi-VN" dirty="0"/>
              <a:t> </a:t>
            </a:r>
            <a:r>
              <a:rPr lang="vi-VN" dirty="0" err="1"/>
              <a:t>hạn</a:t>
            </a:r>
            <a:r>
              <a:rPr lang="vi-VN" dirty="0"/>
              <a:t> trong "</a:t>
            </a:r>
            <a:r>
              <a:rPr lang="vi-VN" dirty="0" err="1"/>
              <a:t>bộ</a:t>
            </a:r>
            <a:r>
              <a:rPr lang="vi-VN" dirty="0"/>
              <a:t>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tạm</a:t>
            </a:r>
            <a:r>
              <a:rPr lang="vi-VN" dirty="0"/>
              <a:t>" (</a:t>
            </a:r>
            <a:r>
              <a:rPr lang="vi-VN" dirty="0" err="1"/>
              <a:t>context</a:t>
            </a:r>
            <a:r>
              <a:rPr lang="vi-VN" dirty="0"/>
              <a:t> </a:t>
            </a:r>
            <a:r>
              <a:rPr lang="vi-VN" dirty="0" err="1"/>
              <a:t>window</a:t>
            </a:r>
            <a:r>
              <a:rPr lang="vi-VN" dirty="0"/>
              <a:t>)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cuộc</a:t>
            </a:r>
            <a:r>
              <a:rPr lang="vi-VN" dirty="0"/>
              <a:t> </a:t>
            </a:r>
            <a:r>
              <a:rPr lang="vi-VN" dirty="0" err="1"/>
              <a:t>hội</a:t>
            </a:r>
            <a:r>
              <a:rPr lang="vi-VN" dirty="0"/>
              <a:t> </a:t>
            </a:r>
            <a:r>
              <a:rPr lang="vi-VN" dirty="0" err="1"/>
              <a:t>thoại</a:t>
            </a:r>
            <a:r>
              <a:rPr lang="vi-VN" dirty="0"/>
              <a:t> </a:t>
            </a:r>
            <a:r>
              <a:rPr lang="vi-VN" dirty="0" err="1"/>
              <a:t>hiện</a:t>
            </a:r>
            <a:r>
              <a:rPr lang="vi-VN" dirty="0"/>
              <a:t> </a:t>
            </a:r>
            <a:r>
              <a:rPr lang="vi-VN" dirty="0" err="1"/>
              <a:t>tại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 </a:t>
            </a:r>
            <a:r>
              <a:rPr lang="vi-VN" dirty="0" err="1"/>
              <a:t>Ví</a:t>
            </a:r>
            <a:r>
              <a:rPr lang="vi-VN" dirty="0"/>
              <a:t> </a:t>
            </a:r>
            <a:r>
              <a:rPr lang="vi-VN" dirty="0" err="1"/>
              <a:t>dụ</a:t>
            </a:r>
            <a:r>
              <a:rPr lang="vi-VN" dirty="0"/>
              <a:t>: "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chuyên gia </a:t>
            </a:r>
            <a:r>
              <a:rPr lang="vi-VN" dirty="0" err="1"/>
              <a:t>marketing</a:t>
            </a:r>
            <a:r>
              <a:rPr lang="vi-VN" dirty="0"/>
              <a:t> (</a:t>
            </a:r>
            <a:r>
              <a:rPr lang="vi-VN" dirty="0" err="1"/>
              <a:t>System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), </a:t>
            </a: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viết</a:t>
            </a:r>
            <a:r>
              <a:rPr lang="vi-VN" dirty="0"/>
              <a:t> cho tôi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email</a:t>
            </a:r>
            <a:r>
              <a:rPr lang="vi-VN" dirty="0"/>
              <a:t> </a:t>
            </a:r>
            <a:r>
              <a:rPr lang="vi-VN" dirty="0" err="1"/>
              <a:t>bán</a:t>
            </a:r>
            <a:r>
              <a:rPr lang="vi-VN" dirty="0"/>
              <a:t> </a:t>
            </a:r>
            <a:r>
              <a:rPr lang="vi-VN" dirty="0" err="1"/>
              <a:t>hàng</a:t>
            </a:r>
            <a:r>
              <a:rPr lang="vi-VN" dirty="0"/>
              <a:t> (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)."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9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/>
              <a:t>RAG (</a:t>
            </a:r>
            <a:r>
              <a:rPr lang="vi-VN" dirty="0" err="1"/>
              <a:t>Retrieval-Augmented</a:t>
            </a:r>
            <a:r>
              <a:rPr lang="vi-VN" dirty="0"/>
              <a:t> </a:t>
            </a:r>
            <a:r>
              <a:rPr lang="vi-VN" dirty="0" err="1"/>
              <a:t>Generation</a:t>
            </a:r>
            <a:r>
              <a:rPr lang="vi-VN" dirty="0"/>
              <a:t>):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nối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tủ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 tra </a:t>
            </a:r>
            <a:r>
              <a:rPr lang="vi-VN" dirty="0" err="1"/>
              <a:t>cứu</a:t>
            </a:r>
            <a:r>
              <a:rPr lang="vi-VN" dirty="0"/>
              <a:t> bên </a:t>
            </a:r>
            <a:r>
              <a:rPr lang="vi-VN" dirty="0" err="1"/>
              <a:t>ngoài</a:t>
            </a:r>
            <a:r>
              <a:rPr lang="vi-VN" dirty="0"/>
              <a:t>. Khi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hỏi</a:t>
            </a:r>
            <a:r>
              <a:rPr lang="vi-VN" dirty="0"/>
              <a:t>,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r>
              <a:rPr lang="vi-VN" dirty="0"/>
              <a:t>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tìm</a:t>
            </a:r>
            <a:r>
              <a:rPr lang="vi-VN" dirty="0"/>
              <a:t>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liên quan </a:t>
            </a:r>
            <a:r>
              <a:rPr lang="vi-VN" dirty="0" err="1"/>
              <a:t>và</a:t>
            </a:r>
            <a:r>
              <a:rPr lang="vi-VN" dirty="0"/>
              <a:t> "</a:t>
            </a:r>
            <a:r>
              <a:rPr lang="vi-VN" dirty="0" err="1"/>
              <a:t>nhồi</a:t>
            </a:r>
            <a:r>
              <a:rPr lang="vi-VN" dirty="0"/>
              <a:t>"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</a:t>
            </a:r>
            <a:r>
              <a:rPr lang="vi-VN" dirty="0" err="1"/>
              <a:t>dựa</a:t>
            </a:r>
            <a:r>
              <a:rPr lang="vi-VN" dirty="0"/>
              <a:t> trên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đó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lang="vi-VN" dirty="0"/>
              <a:t>ơ </a:t>
            </a:r>
            <a:r>
              <a:rPr lang="vi-VN" dirty="0" err="1"/>
              <a:t>chế</a:t>
            </a:r>
            <a:r>
              <a:rPr lang="vi-VN" dirty="0"/>
              <a:t>: </a:t>
            </a:r>
            <a:r>
              <a:rPr lang="vi-VN" dirty="0" err="1"/>
              <a:t>Tìm</a:t>
            </a:r>
            <a:r>
              <a:rPr lang="vi-VN" dirty="0"/>
              <a:t> </a:t>
            </a:r>
            <a:r>
              <a:rPr lang="vi-VN" dirty="0" err="1"/>
              <a:t>kiếm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+ </a:t>
            </a:r>
            <a:r>
              <a:rPr lang="vi-VN" dirty="0" err="1"/>
              <a:t>Tạo</a:t>
            </a:r>
            <a:r>
              <a:rPr lang="vi-VN" dirty="0"/>
              <a:t> câu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. Thông tin </a:t>
            </a:r>
            <a:r>
              <a:rPr lang="vi-VN" dirty="0" err="1"/>
              <a:t>được</a:t>
            </a:r>
            <a:r>
              <a:rPr lang="vi-VN" dirty="0"/>
              <a:t> đưa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context</a:t>
            </a:r>
            <a:r>
              <a:rPr lang="vi-VN" dirty="0"/>
              <a:t> </a:t>
            </a:r>
            <a:r>
              <a:rPr lang="vi-VN" dirty="0" err="1"/>
              <a:t>window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</a:t>
            </a:r>
            <a:r>
              <a:rPr lang="vi-VN" dirty="0" err="1"/>
              <a:t>động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762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B1E-A1D3-4255-85BF-51B4F4C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0CD08-91F5-474A-98CC-60A8D3992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/>
              <a:t>RAG</a:t>
            </a:r>
            <a:endParaRPr lang="en-US" dirty="0"/>
          </a:p>
        </p:txBody>
      </p:sp>
      <p:pic>
        <p:nvPicPr>
          <p:cNvPr id="4" name="Picture 2" descr="Ảnh-màn-hình-2025-07-25-lúc-4.31.32-CH.png (976×548)">
            <a:extLst>
              <a:ext uri="{FF2B5EF4-FFF2-40B4-BE49-F238E27FC236}">
                <a16:creationId xmlns:a16="http://schemas.microsoft.com/office/drawing/2014/main" id="{A1D8A6CA-0FAB-4FBE-9007-C75A4407C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6971" y="2358486"/>
            <a:ext cx="7140872" cy="400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413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 err="1"/>
              <a:t>Fine-tuning</a:t>
            </a:r>
            <a:r>
              <a:rPr lang="vi-VN" dirty="0"/>
              <a:t>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đưa mô </a:t>
            </a:r>
            <a:r>
              <a:rPr lang="vi-VN" dirty="0" err="1"/>
              <a:t>hình</a:t>
            </a:r>
            <a:r>
              <a:rPr lang="vi-VN" dirty="0"/>
              <a:t> đi "</a:t>
            </a:r>
            <a:r>
              <a:rPr lang="vi-VN" dirty="0" err="1"/>
              <a:t>học</a:t>
            </a:r>
            <a:r>
              <a:rPr lang="vi-VN" dirty="0"/>
              <a:t> thêm" </a:t>
            </a:r>
            <a:r>
              <a:rPr lang="vi-VN" dirty="0" err="1"/>
              <a:t>để</a:t>
            </a:r>
            <a:r>
              <a:rPr lang="vi-VN" dirty="0"/>
              <a:t> thay </a:t>
            </a:r>
            <a:r>
              <a:rPr lang="vi-VN" dirty="0" err="1"/>
              <a:t>đổi</a:t>
            </a:r>
            <a:r>
              <a:rPr lang="vi-VN" dirty="0"/>
              <a:t> tư duy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nội</a:t>
            </a:r>
            <a:r>
              <a:rPr lang="vi-VN" dirty="0"/>
              <a:t> </a:t>
            </a:r>
            <a:r>
              <a:rPr lang="vi-VN" dirty="0" err="1"/>
              <a:t>tại</a:t>
            </a:r>
            <a:r>
              <a:rPr lang="vi-VN" dirty="0"/>
              <a:t>. </a:t>
            </a:r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thay </a:t>
            </a:r>
            <a:r>
              <a:rPr lang="vi-VN" dirty="0" err="1"/>
              <a:t>đổi</a:t>
            </a:r>
            <a:r>
              <a:rPr lang="vi-VN" dirty="0"/>
              <a:t> </a:t>
            </a:r>
            <a:r>
              <a:rPr lang="vi-VN" dirty="0" err="1"/>
              <a:t>vĩnh</a:t>
            </a:r>
            <a:r>
              <a:rPr lang="vi-VN" dirty="0"/>
              <a:t> </a:t>
            </a:r>
            <a:r>
              <a:rPr lang="vi-VN" dirty="0" err="1"/>
              <a:t>viễn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trọng</a:t>
            </a:r>
            <a:r>
              <a:rPr lang="vi-VN" dirty="0"/>
              <a:t> </a:t>
            </a:r>
            <a:r>
              <a:rPr lang="vi-VN" dirty="0" err="1"/>
              <a:t>số</a:t>
            </a:r>
            <a:r>
              <a:rPr lang="vi-VN" dirty="0"/>
              <a:t> (</a:t>
            </a:r>
            <a:r>
              <a:rPr lang="vi-VN" dirty="0" err="1"/>
              <a:t>weights</a:t>
            </a:r>
            <a:r>
              <a:rPr lang="vi-VN" dirty="0"/>
              <a:t>) bên trong </a:t>
            </a:r>
            <a:r>
              <a:rPr lang="vi-VN" dirty="0" err="1"/>
              <a:t>bộ</a:t>
            </a:r>
            <a:r>
              <a:rPr lang="vi-VN" dirty="0"/>
              <a:t> </a:t>
            </a:r>
            <a:r>
              <a:rPr lang="vi-VN" dirty="0" err="1"/>
              <a:t>não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mô </a:t>
            </a:r>
            <a:r>
              <a:rPr lang="vi-VN" dirty="0" err="1"/>
              <a:t>hình</a:t>
            </a:r>
            <a:endParaRPr lang="en-US" dirty="0"/>
          </a:p>
          <a:p>
            <a:pPr lvl="1"/>
            <a:r>
              <a:rPr lang="vi-VN" dirty="0"/>
              <a:t>Cơ </a:t>
            </a:r>
            <a:r>
              <a:rPr lang="vi-VN" dirty="0" err="1"/>
              <a:t>chế</a:t>
            </a:r>
            <a:r>
              <a:rPr lang="vi-VN" dirty="0"/>
              <a:t>: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(re-</a:t>
            </a:r>
            <a:r>
              <a:rPr lang="vi-VN" dirty="0" err="1"/>
              <a:t>training</a:t>
            </a:r>
            <a:r>
              <a:rPr lang="vi-VN" dirty="0"/>
              <a:t>) trên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ghi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mới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065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B1E-A1D3-4255-85BF-51B4F4C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0CD08-91F5-474A-98CC-60A8D3992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Fine-tune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41E7E-6E50-4B8D-8CDB-6E9FD5235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777" y="2346533"/>
            <a:ext cx="9247164" cy="386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5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Bảng so sánh chi tiết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80C224-67F9-4F27-A4B5-ED46C64E4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92" y="2289791"/>
            <a:ext cx="7655078" cy="36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780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tưởng</a:t>
            </a:r>
            <a:r>
              <a:rPr lang="vi-VN" dirty="0"/>
              <a:t> </a:t>
            </a:r>
            <a:r>
              <a:rPr lang="vi-VN" dirty="0" err="1"/>
              <a:t>tượng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AI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sinh viên đi thi:</a:t>
            </a:r>
          </a:p>
          <a:p>
            <a:r>
              <a:rPr lang="vi-VN" dirty="0"/>
              <a:t>1. </a:t>
            </a:r>
            <a:r>
              <a:rPr lang="vi-VN" dirty="0" err="1"/>
              <a:t>System</a:t>
            </a:r>
            <a:r>
              <a:rPr lang="vi-VN" dirty="0"/>
              <a:t> + 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: </a:t>
            </a:r>
            <a:r>
              <a:rPr lang="vi-VN" dirty="0" err="1"/>
              <a:t>Bạn</a:t>
            </a:r>
            <a:r>
              <a:rPr lang="vi-VN" dirty="0"/>
              <a:t> đưa cho sinh viên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tờ</a:t>
            </a:r>
            <a:r>
              <a:rPr lang="vi-VN" dirty="0"/>
              <a:t> </a:t>
            </a:r>
            <a:r>
              <a:rPr lang="vi-VN" dirty="0" err="1"/>
              <a:t>giấy</a:t>
            </a:r>
            <a:r>
              <a:rPr lang="vi-VN" dirty="0"/>
              <a:t> ghi </a:t>
            </a:r>
            <a:r>
              <a:rPr lang="vi-VN" dirty="0" err="1"/>
              <a:t>chú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vi-VN" dirty="0"/>
              <a:t> ngay </a:t>
            </a:r>
            <a:r>
              <a:rPr lang="vi-VN" dirty="0" err="1"/>
              <a:t>trước</a:t>
            </a:r>
            <a:r>
              <a:rPr lang="vi-VN" dirty="0"/>
              <a:t> khi thi: "</a:t>
            </a: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đóng</a:t>
            </a:r>
            <a:r>
              <a:rPr lang="vi-VN" dirty="0"/>
              <a:t> vai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bác</a:t>
            </a:r>
            <a:r>
              <a:rPr lang="vi-VN" dirty="0"/>
              <a:t> </a:t>
            </a:r>
            <a:r>
              <a:rPr lang="vi-VN" dirty="0" err="1"/>
              <a:t>sĩ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nhé</a:t>
            </a:r>
            <a:r>
              <a:rPr lang="vi-VN" dirty="0"/>
              <a:t>". Sinh viên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dùng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vốn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diễn</a:t>
            </a:r>
            <a:r>
              <a:rPr lang="vi-VN" dirty="0"/>
              <a:t> theo vai </a:t>
            </a:r>
            <a:r>
              <a:rPr lang="vi-VN" dirty="0" err="1"/>
              <a:t>đó</a:t>
            </a:r>
            <a:r>
              <a:rPr lang="vi-VN" dirty="0"/>
              <a:t>.</a:t>
            </a:r>
          </a:p>
          <a:p>
            <a:r>
              <a:rPr lang="vi-VN" dirty="0"/>
              <a:t>2. RAG: </a:t>
            </a:r>
            <a:r>
              <a:rPr lang="vi-VN" dirty="0" err="1"/>
              <a:t>Bạn</a:t>
            </a:r>
            <a:r>
              <a:rPr lang="vi-VN" dirty="0"/>
              <a:t> cho </a:t>
            </a:r>
            <a:r>
              <a:rPr lang="vi-VN" dirty="0" err="1"/>
              <a:t>phép</a:t>
            </a:r>
            <a:r>
              <a:rPr lang="vi-VN" dirty="0"/>
              <a:t> sinh viên mang </a:t>
            </a:r>
            <a:r>
              <a:rPr lang="vi-VN" dirty="0" err="1"/>
              <a:t>Sách</a:t>
            </a:r>
            <a:r>
              <a:rPr lang="vi-VN" dirty="0"/>
              <a:t> </a:t>
            </a:r>
            <a:r>
              <a:rPr lang="vi-VN" dirty="0" err="1"/>
              <a:t>giáo</a:t>
            </a:r>
            <a:r>
              <a:rPr lang="vi-VN" dirty="0"/>
              <a:t> khoa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phòng</a:t>
            </a:r>
            <a:r>
              <a:rPr lang="vi-VN" dirty="0"/>
              <a:t> thi (</a:t>
            </a:r>
            <a:r>
              <a:rPr lang="vi-VN" dirty="0" err="1"/>
              <a:t>Open-book</a:t>
            </a:r>
            <a:r>
              <a:rPr lang="vi-VN" dirty="0"/>
              <a:t> </a:t>
            </a:r>
            <a:r>
              <a:rPr lang="vi-VN" dirty="0" err="1"/>
              <a:t>exam</a:t>
            </a:r>
            <a:r>
              <a:rPr lang="vi-VN" dirty="0"/>
              <a:t>). Khi </a:t>
            </a:r>
            <a:r>
              <a:rPr lang="vi-VN" dirty="0" err="1"/>
              <a:t>gặp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khó</a:t>
            </a:r>
            <a:r>
              <a:rPr lang="vi-VN" dirty="0"/>
              <a:t>, sinh viên </a:t>
            </a:r>
            <a:r>
              <a:rPr lang="vi-VN" dirty="0" err="1"/>
              <a:t>mở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 ra tra </a:t>
            </a:r>
            <a:r>
              <a:rPr lang="vi-VN" dirty="0" err="1"/>
              <a:t>cứu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chép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câu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.</a:t>
            </a:r>
          </a:p>
          <a:p>
            <a:r>
              <a:rPr lang="vi-VN" dirty="0"/>
              <a:t>3. </a:t>
            </a:r>
            <a:r>
              <a:rPr lang="vi-VN" dirty="0" err="1"/>
              <a:t>Fine-tuning</a:t>
            </a:r>
            <a:r>
              <a:rPr lang="vi-VN" dirty="0"/>
              <a:t>: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bắt</a:t>
            </a:r>
            <a:r>
              <a:rPr lang="vi-VN" dirty="0"/>
              <a:t> sinh viên đi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Trường</a:t>
            </a:r>
            <a:r>
              <a:rPr lang="vi-VN" dirty="0"/>
              <a:t> Y trong 4 năm (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). Sinh viên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ngấm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đầu</a:t>
            </a:r>
            <a:r>
              <a:rPr lang="vi-VN" dirty="0"/>
              <a:t>, </a:t>
            </a:r>
            <a:r>
              <a:rPr lang="vi-VN" dirty="0" err="1"/>
              <a:t>phản</a:t>
            </a:r>
            <a:r>
              <a:rPr lang="vi-VN" dirty="0"/>
              <a:t> </a:t>
            </a:r>
            <a:r>
              <a:rPr lang="vi-VN" dirty="0" err="1"/>
              <a:t>xạ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nhiên như </a:t>
            </a:r>
            <a:r>
              <a:rPr lang="vi-VN" dirty="0" err="1"/>
              <a:t>bác</a:t>
            </a:r>
            <a:r>
              <a:rPr lang="vi-VN" dirty="0"/>
              <a:t> </a:t>
            </a:r>
            <a:r>
              <a:rPr lang="vi-VN" dirty="0" err="1"/>
              <a:t>sĩ</a:t>
            </a:r>
            <a:r>
              <a:rPr lang="vi-VN" dirty="0"/>
              <a:t> </a:t>
            </a:r>
            <a:r>
              <a:rPr lang="vi-VN" dirty="0" err="1"/>
              <a:t>mà</a:t>
            </a:r>
            <a:r>
              <a:rPr lang="vi-VN" dirty="0"/>
              <a:t> không </a:t>
            </a:r>
            <a:r>
              <a:rPr lang="vi-VN" dirty="0" err="1"/>
              <a:t>cần</a:t>
            </a:r>
            <a:r>
              <a:rPr lang="vi-VN" dirty="0"/>
              <a:t> </a:t>
            </a:r>
            <a:r>
              <a:rPr lang="vi-VN" dirty="0" err="1"/>
              <a:t>mở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, nhưng </a:t>
            </a:r>
            <a:r>
              <a:rPr lang="vi-VN" dirty="0" err="1"/>
              <a:t>nếu</a:t>
            </a:r>
            <a:r>
              <a:rPr lang="vi-VN" dirty="0"/>
              <a:t> y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phát</a:t>
            </a:r>
            <a:r>
              <a:rPr lang="vi-VN" dirty="0"/>
              <a:t> minh </a:t>
            </a:r>
            <a:r>
              <a:rPr lang="vi-VN" dirty="0" err="1"/>
              <a:t>mới</a:t>
            </a:r>
            <a:r>
              <a:rPr lang="vi-VN" dirty="0"/>
              <a:t> </a:t>
            </a:r>
            <a:r>
              <a:rPr lang="vi-VN" dirty="0" err="1"/>
              <a:t>vào</a:t>
            </a:r>
            <a:r>
              <a:rPr lang="vi-VN" dirty="0"/>
              <a:t> hôm qua, sinh viên </a:t>
            </a:r>
            <a:r>
              <a:rPr lang="vi-VN" dirty="0" err="1"/>
              <a:t>sẽ</a:t>
            </a:r>
            <a:r>
              <a:rPr lang="vi-VN" dirty="0"/>
              <a:t> không </a:t>
            </a:r>
            <a:r>
              <a:rPr lang="vi-VN" dirty="0" err="1"/>
              <a:t>biế</a:t>
            </a:r>
            <a:r>
              <a:rPr lang="en-US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395160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Các ph</a:t>
            </a:r>
            <a:r>
              <a:rPr lang="vi-VN" dirty="0"/>
              <a:t>ư</a:t>
            </a:r>
            <a:r>
              <a:rPr lang="en-US" dirty="0" err="1"/>
              <a:t>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1.</a:t>
            </a:r>
            <a:r>
              <a:rPr lang="vi-VN" dirty="0"/>
              <a:t> </a:t>
            </a:r>
            <a:r>
              <a:rPr lang="vi-VN" dirty="0" err="1"/>
              <a:t>Supervised</a:t>
            </a:r>
            <a:r>
              <a:rPr lang="vi-VN" dirty="0"/>
              <a:t> </a:t>
            </a:r>
            <a:r>
              <a:rPr lang="vi-VN" dirty="0" err="1"/>
              <a:t>Fine-tuning</a:t>
            </a:r>
            <a:r>
              <a:rPr lang="vi-VN" dirty="0"/>
              <a:t> (Tinh </a:t>
            </a:r>
            <a:r>
              <a:rPr lang="vi-VN" dirty="0" err="1"/>
              <a:t>chỉnh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giám</a:t>
            </a:r>
            <a:r>
              <a:rPr lang="vi-VN" dirty="0"/>
              <a:t> </a:t>
            </a:r>
            <a:r>
              <a:rPr lang="vi-VN" dirty="0" err="1"/>
              <a:t>sát</a:t>
            </a:r>
            <a:r>
              <a:rPr lang="vi-VN" dirty="0"/>
              <a:t>): Đây </a:t>
            </a:r>
            <a:r>
              <a:rPr lang="vi-VN" dirty="0" err="1"/>
              <a:t>là</a:t>
            </a:r>
            <a:r>
              <a:rPr lang="vi-VN" dirty="0"/>
              <a:t> phương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phổ</a:t>
            </a:r>
            <a:r>
              <a:rPr lang="vi-VN" dirty="0"/>
              <a:t> </a:t>
            </a:r>
            <a:r>
              <a:rPr lang="vi-VN" dirty="0" err="1"/>
              <a:t>biến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trực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</a:t>
            </a:r>
            <a:r>
              <a:rPr lang="vi-VN" dirty="0" err="1"/>
              <a:t>nhất</a:t>
            </a:r>
            <a:r>
              <a:rPr lang="vi-VN" dirty="0"/>
              <a:t>.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thêm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nhãn</a:t>
            </a:r>
            <a:r>
              <a:rPr lang="vi-VN" dirty="0"/>
              <a:t> (</a:t>
            </a:r>
            <a:r>
              <a:rPr lang="vi-VN" dirty="0" err="1"/>
              <a:t>labeled</a:t>
            </a:r>
            <a:r>
              <a:rPr lang="vi-VN" dirty="0"/>
              <a:t> </a:t>
            </a:r>
            <a:r>
              <a:rPr lang="vi-VN" dirty="0" err="1"/>
              <a:t>dataset</a:t>
            </a:r>
            <a:r>
              <a:rPr lang="vi-VN" dirty="0"/>
              <a:t>) </a:t>
            </a:r>
            <a:r>
              <a:rPr lang="vi-VN" dirty="0" err="1"/>
              <a:t>đặc</a:t>
            </a:r>
            <a:r>
              <a:rPr lang="vi-VN" dirty="0"/>
              <a:t> </a:t>
            </a:r>
            <a:r>
              <a:rPr lang="vi-VN" dirty="0" err="1"/>
              <a:t>thù</a:t>
            </a:r>
            <a:r>
              <a:rPr lang="vi-VN" dirty="0"/>
              <a:t> cho </a:t>
            </a:r>
            <a:r>
              <a:rPr lang="vi-VN" dirty="0" err="1"/>
              <a:t>nhiệm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</a:t>
            </a:r>
            <a:r>
              <a:rPr lang="vi-VN" dirty="0" err="1"/>
              <a:t>mục</a:t>
            </a:r>
            <a:r>
              <a:rPr lang="vi-VN" dirty="0"/>
              <a:t> tiêu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71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Việc tạo training</a:t>
            </a:r>
            <a:r>
              <a:rPr lang="en-US" dirty="0"/>
              <a:t> data</a:t>
            </a:r>
            <a:r>
              <a:rPr lang="vi-VN" dirty="0"/>
              <a:t> và validation</a:t>
            </a:r>
            <a:r>
              <a:rPr lang="en-US" dirty="0"/>
              <a:t> data</a:t>
            </a:r>
            <a:r>
              <a:rPr lang="vi-VN" dirty="0"/>
              <a:t> là phần quan trọng nhất trong Fine-Tune, vì 80% chất lượng fine-tune đến từ dữ liệu, không phải model.</a:t>
            </a:r>
            <a:endParaRPr lang="en-US" dirty="0"/>
          </a:p>
          <a:p>
            <a:r>
              <a:rPr lang="en-US" dirty="0"/>
              <a:t>Training data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dạy</a:t>
            </a:r>
            <a:r>
              <a:rPr lang="en-US" dirty="0"/>
              <a:t> model, </a:t>
            </a:r>
            <a:r>
              <a:rPr lang="vi-VN" dirty="0"/>
              <a:t>validation</a:t>
            </a:r>
            <a:r>
              <a:rPr lang="en-US" dirty="0"/>
              <a:t> data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model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thật</a:t>
            </a:r>
            <a:r>
              <a:rPr lang="en-US" dirty="0"/>
              <a:t> </a:t>
            </a:r>
            <a:r>
              <a:rPr lang="en-US" dirty="0" err="1"/>
              <a:t>không</a:t>
            </a:r>
            <a:endParaRPr lang="en-US" dirty="0"/>
          </a:p>
          <a:p>
            <a:r>
              <a:rPr lang="en-US" dirty="0" err="1"/>
              <a:t>Tỉ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Training: </a:t>
            </a:r>
            <a:r>
              <a:rPr lang="en-US" dirty="0" err="1"/>
              <a:t>chiếm</a:t>
            </a:r>
            <a:r>
              <a:rPr lang="en-US" dirty="0"/>
              <a:t> 80 % -90%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pPr lvl="1"/>
            <a:r>
              <a:rPr lang="en-US" dirty="0"/>
              <a:t>V</a:t>
            </a:r>
            <a:r>
              <a:rPr lang="vi-VN" dirty="0"/>
              <a:t>alidation</a:t>
            </a:r>
            <a:r>
              <a:rPr lang="en-US" dirty="0"/>
              <a:t>:</a:t>
            </a:r>
            <a:r>
              <a:rPr lang="vi-VN" dirty="0"/>
              <a:t> </a:t>
            </a:r>
            <a:r>
              <a:rPr lang="en-US" dirty="0"/>
              <a:t>10–20%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61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0755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dirty="0"/>
              <a:t>Mục tiêu </a:t>
            </a:r>
            <a:r>
              <a:rPr lang="en-US" dirty="0" err="1"/>
              <a:t>tranning</a:t>
            </a:r>
            <a:r>
              <a:rPr lang="en-US" dirty="0"/>
              <a:t> data</a:t>
            </a:r>
          </a:p>
          <a:p>
            <a:pPr lvl="1"/>
            <a:r>
              <a:rPr lang="en-US" dirty="0" err="1"/>
              <a:t>Dạy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thức</a:t>
            </a:r>
            <a:endParaRPr lang="en-US" dirty="0"/>
          </a:p>
          <a:p>
            <a:pPr lvl="1"/>
            <a:r>
              <a:rPr lang="en-US" dirty="0" err="1"/>
              <a:t>Dạy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endParaRPr lang="en-US" dirty="0"/>
          </a:p>
          <a:p>
            <a:pPr lvl="1"/>
            <a:r>
              <a:rPr lang="en-US" dirty="0" err="1"/>
              <a:t>Dạy</a:t>
            </a:r>
            <a:r>
              <a:rPr lang="en-US" dirty="0"/>
              <a:t> format output</a:t>
            </a:r>
          </a:p>
          <a:p>
            <a:pPr lvl="1"/>
            <a:r>
              <a:rPr lang="en-US" dirty="0" err="1"/>
              <a:t>Dạy</a:t>
            </a:r>
            <a:r>
              <a:rPr lang="en-US" dirty="0"/>
              <a:t> tone &amp; </a:t>
            </a:r>
            <a:r>
              <a:rPr lang="en-US" dirty="0" err="1"/>
              <a:t>phong</a:t>
            </a:r>
            <a:r>
              <a:rPr lang="en-US" dirty="0"/>
              <a:t> </a:t>
            </a:r>
            <a:r>
              <a:rPr lang="en-US" dirty="0" err="1"/>
              <a:t>cách</a:t>
            </a:r>
            <a:endParaRPr lang="en-US" dirty="0"/>
          </a:p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chí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tranning</a:t>
            </a:r>
            <a:r>
              <a:rPr lang="en-US" dirty="0"/>
              <a:t> Data</a:t>
            </a:r>
          </a:p>
          <a:p>
            <a:pPr lvl="1"/>
            <a:r>
              <a:rPr lang="vi-VN" dirty="0"/>
              <a:t>| Tiêu chí        | Mô tả                               |</a:t>
            </a:r>
          </a:p>
          <a:p>
            <a:pPr lvl="1"/>
            <a:r>
              <a:rPr lang="vi-VN" dirty="0"/>
              <a:t>| --------------- | ----------------------------------- |</a:t>
            </a:r>
          </a:p>
          <a:p>
            <a:pPr lvl="1"/>
            <a:r>
              <a:rPr lang="vi-VN" dirty="0"/>
              <a:t>| Rõ ràng         | Prompt cụ thể, không mơ hồ          |</a:t>
            </a:r>
          </a:p>
          <a:p>
            <a:pPr lvl="1"/>
            <a:r>
              <a:rPr lang="vi-VN" dirty="0"/>
              <a:t>| Chính xác       | Output đúng nghiệp vụ               |</a:t>
            </a:r>
          </a:p>
          <a:p>
            <a:pPr lvl="1"/>
            <a:r>
              <a:rPr lang="vi-VN" dirty="0"/>
              <a:t>| Nhất quán       | Format &amp; tone thống nhất            |</a:t>
            </a:r>
          </a:p>
          <a:p>
            <a:pPr lvl="1"/>
            <a:r>
              <a:rPr lang="vi-VN" dirty="0"/>
              <a:t>| Thực tế         | Giống user thật                     |</a:t>
            </a:r>
          </a:p>
          <a:p>
            <a:pPr lvl="1"/>
            <a:r>
              <a:rPr lang="vi-VN" dirty="0"/>
              <a:t>| Đa dạng         | Bao phủ nhiều tình huống            |</a:t>
            </a:r>
          </a:p>
          <a:p>
            <a:pPr lvl="1"/>
            <a:r>
              <a:rPr lang="vi-VN" dirty="0"/>
              <a:t>| Không trùng lặp | Tránh overfit                       |</a:t>
            </a:r>
          </a:p>
          <a:p>
            <a:pPr lvl="1"/>
            <a:r>
              <a:rPr lang="vi-VN" dirty="0"/>
              <a:t>| Dạy tư duy      | Dạy cách lập luận, không chỉ đáp án |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586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dirty="0"/>
              <a:t>Mục tiêu </a:t>
            </a:r>
            <a:r>
              <a:rPr lang="en-US" dirty="0"/>
              <a:t>validation data</a:t>
            </a:r>
          </a:p>
          <a:p>
            <a:pPr lvl="1"/>
            <a:r>
              <a:rPr lang="vi-VN" dirty="0"/>
              <a:t>Gồm bộ câu hỏi mà model CHƯA BAO GIỜ thấy, dùng để kiểm tra xem model có “hiểu thật” hay chỉ “học vẹt”.</a:t>
            </a:r>
          </a:p>
          <a:p>
            <a:pPr lvl="1"/>
            <a:r>
              <a:rPr lang="vi-VN" dirty="0"/>
              <a:t>Validation Data KHÔNG được: copy training, Chỉ đổi vài chữ </a:t>
            </a:r>
            <a:endParaRPr lang="en-US" dirty="0"/>
          </a:p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chí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validation Data</a:t>
            </a:r>
          </a:p>
          <a:p>
            <a:pPr lvl="1"/>
            <a:r>
              <a:rPr lang="vi-VN" dirty="0"/>
              <a:t>| Tiêu chí            | Mô tả                                       |</a:t>
            </a:r>
          </a:p>
          <a:p>
            <a:pPr lvl="1"/>
            <a:r>
              <a:rPr lang="vi-VN" dirty="0"/>
              <a:t>| --------------------| ------------------------------------------- |</a:t>
            </a:r>
          </a:p>
          <a:p>
            <a:pPr lvl="1"/>
            <a:r>
              <a:rPr lang="vi-VN" dirty="0"/>
              <a:t>| Không trùng lặp     | Không trùng dữ liệu Training                |</a:t>
            </a:r>
          </a:p>
          <a:p>
            <a:pPr lvl="1"/>
            <a:r>
              <a:rPr lang="vi-VN" dirty="0"/>
              <a:t>| Câu hỏi mới         | Cùng chủ đề nhưng cách hỏi khác             |</a:t>
            </a:r>
          </a:p>
          <a:p>
            <a:pPr lvl="1"/>
            <a:r>
              <a:rPr lang="vi-VN" dirty="0"/>
              <a:t>| Yêu cầu suy luận    | Kiểm tra model có hiểu, không chỉ học thuộc |</a:t>
            </a:r>
          </a:p>
          <a:p>
            <a:pPr lvl="1"/>
            <a:r>
              <a:rPr lang="vi-VN" dirty="0"/>
              <a:t>| Có edge cases       | Bao gồm tình huống khó, bẫy, lỗi            |</a:t>
            </a:r>
          </a:p>
          <a:p>
            <a:pPr lvl="1"/>
            <a:r>
              <a:rPr lang="vi-VN" dirty="0"/>
              <a:t>| Đa dạng             | Nhiều loại user, mức độ khó                 |</a:t>
            </a:r>
          </a:p>
          <a:p>
            <a:pPr lvl="1"/>
            <a:r>
              <a:rPr lang="vi-VN" dirty="0"/>
              <a:t>| Thực tế             | Phản ánh hành vi người dùng thật            |</a:t>
            </a:r>
          </a:p>
          <a:p>
            <a:pPr lvl="1"/>
            <a:r>
              <a:rPr lang="vi-VN" dirty="0"/>
              <a:t>| Kiểm tra format     | Xem model có giữ đúng format trả lời        |</a:t>
            </a:r>
          </a:p>
          <a:p>
            <a:pPr lvl="1"/>
            <a:r>
              <a:rPr lang="vi-VN" dirty="0"/>
              <a:t>| Chống hallucination | Kiểm tra model có bịa thông tin             |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326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1388</Words>
  <Application>Microsoft Office PowerPoint</Application>
  <PresentationFormat>Widescreen</PresentationFormat>
  <Paragraphs>82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1. Pre-trained model</vt:lpstr>
      <vt:lpstr>2. Fine-tuning</vt:lpstr>
      <vt:lpstr>2. Fine-tuning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Các phương pháp Fine-Tune</vt:lpstr>
      <vt:lpstr>Chuẩn bị dữ liệu để trainning và validation</vt:lpstr>
      <vt:lpstr>Chuẩn bị dữ liệu để trainning và validation</vt:lpstr>
      <vt:lpstr>Chuẩn bị dữ liệu để trainning và validation</vt:lpstr>
      <vt:lpstr>Chuẩn bị dữ liệu để trainning và validation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Long Dang</dc:creator>
  <cp:lastModifiedBy>longdd</cp:lastModifiedBy>
  <cp:revision>7</cp:revision>
  <dcterms:created xsi:type="dcterms:W3CDTF">2026-01-25T04:33:39Z</dcterms:created>
  <dcterms:modified xsi:type="dcterms:W3CDTF">2026-01-26T23:42:41Z</dcterms:modified>
</cp:coreProperties>
</file>