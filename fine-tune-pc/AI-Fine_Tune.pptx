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257" r:id="rId3"/>
    <p:sldId id="258" r:id="rId4"/>
    <p:sldId id="268" r:id="rId5"/>
    <p:sldId id="260" r:id="rId6"/>
    <p:sldId id="259" r:id="rId7"/>
    <p:sldId id="261" r:id="rId8"/>
    <p:sldId id="267" r:id="rId9"/>
    <p:sldId id="262" r:id="rId10"/>
    <p:sldId id="263" r:id="rId11"/>
    <p:sldId id="265" r:id="rId12"/>
    <p:sldId id="269" r:id="rId13"/>
    <p:sldId id="264" r:id="rId14"/>
    <p:sldId id="270" r:id="rId15"/>
    <p:sldId id="271" r:id="rId16"/>
    <p:sldId id="274" r:id="rId17"/>
    <p:sldId id="273" r:id="rId18"/>
    <p:sldId id="275" r:id="rId19"/>
    <p:sldId id="276" r:id="rId20"/>
    <p:sldId id="277" r:id="rId21"/>
    <p:sldId id="278" r:id="rId22"/>
    <p:sldId id="279" r:id="rId23"/>
    <p:sldId id="28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6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075FA-C746-473E-A7BA-3913CDCFD3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54A29-220E-48A0-AA7A-854CFFC161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1251F-2022-4B35-8FAA-13FA54721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04BC15-3672-4897-8E2E-C914AF17A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5BEFF-B415-4C19-9B63-E842A05D0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336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AD5D3-F2FC-4839-A270-FC235C31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7EB4A-5383-41DC-A6B8-300A9B91D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F3E57-A26A-4ED2-B323-18EBB4544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033ED-4A4D-4252-B202-EDA672097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AF2FAE-9E0A-44ED-9E17-D2FAC9C81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962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CD19A-2EF2-477D-A770-F0E066CA5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3B262B-4DB4-4934-89CD-2F5AF84BD6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9B829-470A-4CD2-98BB-AED2E20D3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92FB3-78D6-4D98-9ED6-615EF9F89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1D4774-D01E-4B0B-8233-E4B3D73C5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61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C79FA-51B0-4108-A5FF-927FDCA06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B5964-A7CE-4CC9-B677-E8D33615C6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158474-88F5-48FB-AC4C-F77C8D75D2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DF2DD1-31F5-4A46-B326-AE0DA4E58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5166D-C70B-4259-AC64-213DA128C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E13B4-D888-4762-9A71-CC18731B6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595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68655-9D71-4F1B-917E-03D48123F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992A93-B30D-4870-95E6-3CE56574D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10390D-1638-4ABF-950D-D61D879CBA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FAC21B-767C-48D8-B609-82296A64D2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F3B0C2-8AE3-4D94-B84E-060DD08097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140039-FEDB-431F-81F1-5DDBEC5D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D5DF88-3E99-470A-90D3-4315637D4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B5F1AB-4324-47B8-BE2D-CC863EEE0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544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F161E-0007-4232-B966-9A3018ABA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F3A011-424D-4257-9A74-F833D3399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F5C86-0D1B-4439-804A-5BCA55FB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F864F9-A92A-4D86-86AD-0132B3D06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659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4265A6-DCED-4059-987B-BED2A376D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A1A4DB-1760-4490-85EE-081EE3EBD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58DCBD-C56C-4B16-8939-A08568F87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774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5979F-2A62-4E2C-8C3E-905A61448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464FA-D3C4-41FF-AA8B-CC8689912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B79989-8D60-40CC-88EF-7EBDCA3AAC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CD839-1995-4C88-8A86-2CDE40A99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8C85CD-13E9-4349-A775-79F66844A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AC695B-379E-4F48-A7A1-237224E28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0218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E718B-8636-4122-A05A-E039AF03C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769CA9-6BEB-4887-BAF2-D895877223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A6A85F-BD9F-48DC-9BD8-894AB1201E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EE232-5DD2-4425-A432-2D65C4495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98536B-0D06-4B80-BB43-43AD15498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F65EF3-687C-44A0-8E43-2480A923C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9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B36E8-BA93-4908-A17E-5E41D5456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8E4A08-3894-48DE-846F-90CC0D79B1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563DCE-7AF4-4370-9D52-7EA1C3FF8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97780-A4FE-4502-8EE0-B640AB52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36CBE-C9A3-4FC6-BF4E-3F909588E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72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06FC72-5F21-48AC-A272-60E549CD5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A325CF-55EA-4D2D-A629-486CCC82A2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5A86B5-9723-4C8B-8D57-20E21C19B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54D2C-7F15-42DC-B87E-4EC79D659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C79E5-3D55-4CEA-BE91-DAA18B310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366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487DFA-D5AA-4C8B-BA4B-D1599898A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71FDF-E02E-4AE0-A0CF-5D0D4B1511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82D33-3547-4416-89EA-47A3F2BC0D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ABB149-4F03-49B4-86F4-31F97909BE1C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69251-4F1A-41B5-B525-3C76C6B3F1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2053C-64EC-4736-97FC-EE4432B969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677FBA-E8B7-4E0C-BEAA-E536CC69B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659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9DF2D-E0B7-4C15-82FC-84B3D1B5E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32509"/>
            <a:ext cx="10515600" cy="5844454"/>
          </a:xfrm>
        </p:spPr>
        <p:txBody>
          <a:bodyPr>
            <a:normAutofit lnSpcReduction="10000"/>
          </a:bodyPr>
          <a:lstStyle/>
          <a:p>
            <a:r>
              <a:rPr lang="vi-VN" dirty="0"/>
              <a:t>Trong </a:t>
            </a:r>
            <a:r>
              <a:rPr lang="vi-VN" dirty="0" err="1"/>
              <a:t>vài</a:t>
            </a:r>
            <a:r>
              <a:rPr lang="vi-VN" dirty="0"/>
              <a:t> năm </a:t>
            </a:r>
            <a:r>
              <a:rPr lang="vi-VN" dirty="0" err="1"/>
              <a:t>gần</a:t>
            </a:r>
            <a:r>
              <a:rPr lang="vi-VN" dirty="0"/>
              <a:t> đây, khi </a:t>
            </a:r>
            <a:r>
              <a:rPr lang="vi-VN" dirty="0" err="1"/>
              <a:t>nói</a:t>
            </a:r>
            <a:r>
              <a:rPr lang="vi-VN" dirty="0"/>
              <a:t> </a:t>
            </a:r>
            <a:r>
              <a:rPr lang="vi-VN" dirty="0" err="1"/>
              <a:t>đến</a:t>
            </a:r>
            <a:r>
              <a:rPr lang="vi-VN" dirty="0"/>
              <a:t> </a:t>
            </a:r>
            <a:r>
              <a:rPr lang="vi-VN" dirty="0" err="1"/>
              <a:t>việc</a:t>
            </a:r>
            <a:r>
              <a:rPr lang="vi-VN" dirty="0"/>
              <a:t> xây </a:t>
            </a:r>
            <a:r>
              <a:rPr lang="vi-VN" dirty="0" err="1"/>
              <a:t>dựng</a:t>
            </a:r>
            <a:r>
              <a:rPr lang="vi-VN" dirty="0"/>
              <a:t> </a:t>
            </a:r>
            <a:r>
              <a:rPr lang="vi-VN" dirty="0" err="1"/>
              <a:t>chatbot</a:t>
            </a:r>
            <a:r>
              <a:rPr lang="vi-VN" dirty="0"/>
              <a:t> hay AI </a:t>
            </a:r>
            <a:r>
              <a:rPr lang="vi-VN" dirty="0" err="1"/>
              <a:t>assistant</a:t>
            </a:r>
            <a:r>
              <a:rPr lang="vi-VN" dirty="0"/>
              <a:t>, </a:t>
            </a:r>
            <a:r>
              <a:rPr lang="vi-VN" dirty="0" err="1"/>
              <a:t>chúng</a:t>
            </a:r>
            <a:r>
              <a:rPr lang="vi-VN" dirty="0"/>
              <a:t> ta </a:t>
            </a:r>
            <a:r>
              <a:rPr lang="vi-VN" dirty="0" err="1"/>
              <a:t>thường</a:t>
            </a:r>
            <a:r>
              <a:rPr lang="vi-VN" dirty="0"/>
              <a:t> nghe </a:t>
            </a:r>
            <a:r>
              <a:rPr lang="vi-VN" dirty="0" err="1"/>
              <a:t>rất</a:t>
            </a:r>
            <a:r>
              <a:rPr lang="vi-VN" dirty="0"/>
              <a:t> </a:t>
            </a:r>
            <a:r>
              <a:rPr lang="vi-VN" dirty="0" err="1"/>
              <a:t>nhiều</a:t>
            </a:r>
            <a:r>
              <a:rPr lang="vi-VN" dirty="0"/>
              <a:t> </a:t>
            </a:r>
            <a:r>
              <a:rPr lang="vi-VN" dirty="0" err="1"/>
              <a:t>về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 </a:t>
            </a:r>
            <a:r>
              <a:rPr lang="vi-VN" dirty="0" err="1"/>
              <a:t>engineering</a:t>
            </a:r>
            <a:r>
              <a:rPr lang="vi-VN" dirty="0"/>
              <a:t>, RAG hay </a:t>
            </a:r>
            <a:r>
              <a:rPr lang="vi-VN" dirty="0" err="1"/>
              <a:t>các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như GPT. Nhưng khi </a:t>
            </a:r>
            <a:r>
              <a:rPr lang="vi-VN" dirty="0" err="1"/>
              <a:t>hệ</a:t>
            </a:r>
            <a:r>
              <a:rPr lang="vi-VN" dirty="0"/>
              <a:t> </a:t>
            </a:r>
            <a:r>
              <a:rPr lang="vi-VN" dirty="0" err="1"/>
              <a:t>thống</a:t>
            </a:r>
            <a:r>
              <a:rPr lang="vi-VN" dirty="0"/>
              <a:t> </a:t>
            </a:r>
            <a:r>
              <a:rPr lang="vi-VN" dirty="0" err="1"/>
              <a:t>bắt</a:t>
            </a:r>
            <a:r>
              <a:rPr lang="vi-VN" dirty="0"/>
              <a:t> </a:t>
            </a:r>
            <a:r>
              <a:rPr lang="vi-VN" dirty="0" err="1"/>
              <a:t>đầu</a:t>
            </a:r>
            <a:r>
              <a:rPr lang="vi-VN" dirty="0"/>
              <a:t> đi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vận</a:t>
            </a:r>
            <a:r>
              <a:rPr lang="vi-VN" dirty="0"/>
              <a:t> </a:t>
            </a:r>
            <a:r>
              <a:rPr lang="vi-VN" dirty="0" err="1"/>
              <a:t>hành</a:t>
            </a:r>
            <a:r>
              <a:rPr lang="vi-VN" dirty="0"/>
              <a:t> </a:t>
            </a:r>
            <a:r>
              <a:rPr lang="vi-VN" dirty="0" err="1"/>
              <a:t>thực</a:t>
            </a:r>
            <a:r>
              <a:rPr lang="vi-VN" dirty="0"/>
              <a:t> </a:t>
            </a:r>
            <a:r>
              <a:rPr lang="vi-VN" dirty="0" err="1"/>
              <a:t>tế</a:t>
            </a:r>
            <a:r>
              <a:rPr lang="vi-VN" dirty="0"/>
              <a:t>, </a:t>
            </a:r>
            <a:r>
              <a:rPr lang="vi-VN" dirty="0" err="1"/>
              <a:t>một</a:t>
            </a:r>
            <a:r>
              <a:rPr lang="vi-VN" dirty="0"/>
              <a:t> câu </a:t>
            </a:r>
            <a:r>
              <a:rPr lang="vi-VN" dirty="0" err="1"/>
              <a:t>hỏi</a:t>
            </a:r>
            <a:r>
              <a:rPr lang="vi-VN" dirty="0"/>
              <a:t> </a:t>
            </a:r>
            <a:r>
              <a:rPr lang="vi-VN" dirty="0" err="1"/>
              <a:t>rất</a:t>
            </a:r>
            <a:r>
              <a:rPr lang="vi-VN" dirty="0"/>
              <a:t> quan </a:t>
            </a:r>
            <a:r>
              <a:rPr lang="vi-VN" dirty="0" err="1"/>
              <a:t>trọng</a:t>
            </a:r>
            <a:r>
              <a:rPr lang="vi-VN" dirty="0"/>
              <a:t> </a:t>
            </a:r>
            <a:r>
              <a:rPr lang="vi-VN" dirty="0" err="1"/>
              <a:t>sẽ</a:t>
            </a:r>
            <a:r>
              <a:rPr lang="vi-VN" dirty="0"/>
              <a:t> </a:t>
            </a:r>
            <a:r>
              <a:rPr lang="vi-VN" dirty="0" err="1"/>
              <a:t>xuất</a:t>
            </a:r>
            <a:r>
              <a:rPr lang="vi-VN" dirty="0"/>
              <a:t> </a:t>
            </a:r>
            <a:r>
              <a:rPr lang="vi-VN" dirty="0" err="1"/>
              <a:t>hiện</a:t>
            </a:r>
            <a:r>
              <a:rPr lang="vi-VN" dirty="0"/>
              <a:t>: </a:t>
            </a:r>
            <a:r>
              <a:rPr lang="vi-VN" i="1" dirty="0" err="1"/>
              <a:t>làm</a:t>
            </a:r>
            <a:r>
              <a:rPr lang="vi-VN" i="1" dirty="0"/>
              <a:t> sao </a:t>
            </a:r>
            <a:r>
              <a:rPr lang="vi-VN" i="1" dirty="0" err="1"/>
              <a:t>để</a:t>
            </a:r>
            <a:r>
              <a:rPr lang="vi-VN" i="1" dirty="0"/>
              <a:t> mô </a:t>
            </a:r>
            <a:r>
              <a:rPr lang="vi-VN" i="1" dirty="0" err="1"/>
              <a:t>hình</a:t>
            </a:r>
            <a:r>
              <a:rPr lang="vi-VN" i="1" dirty="0"/>
              <a:t> </a:t>
            </a:r>
            <a:r>
              <a:rPr lang="vi-VN" i="1" dirty="0" err="1"/>
              <a:t>hiểu</a:t>
            </a:r>
            <a:r>
              <a:rPr lang="vi-VN" i="1" dirty="0"/>
              <a:t> </a:t>
            </a:r>
            <a:r>
              <a:rPr lang="vi-VN" i="1" dirty="0" err="1"/>
              <a:t>đúng</a:t>
            </a:r>
            <a:r>
              <a:rPr lang="vi-VN" i="1" dirty="0"/>
              <a:t> </a:t>
            </a:r>
            <a:r>
              <a:rPr lang="vi-VN" i="1" dirty="0" err="1"/>
              <a:t>nghiệp</a:t>
            </a:r>
            <a:r>
              <a:rPr lang="vi-VN" i="1" dirty="0"/>
              <a:t> </a:t>
            </a:r>
            <a:r>
              <a:rPr lang="vi-VN" i="1" dirty="0" err="1"/>
              <a:t>vụ</a:t>
            </a:r>
            <a:r>
              <a:rPr lang="vi-VN" i="1" dirty="0"/>
              <a:t>, </a:t>
            </a:r>
            <a:r>
              <a:rPr lang="vi-VN" i="1" dirty="0" err="1"/>
              <a:t>nói</a:t>
            </a:r>
            <a:r>
              <a:rPr lang="vi-VN" i="1" dirty="0"/>
              <a:t> </a:t>
            </a:r>
            <a:r>
              <a:rPr lang="vi-VN" i="1" dirty="0" err="1"/>
              <a:t>đúng</a:t>
            </a:r>
            <a:r>
              <a:rPr lang="vi-VN" i="1" dirty="0"/>
              <a:t> </a:t>
            </a:r>
            <a:r>
              <a:rPr lang="vi-VN" i="1" dirty="0" err="1"/>
              <a:t>giọng</a:t>
            </a:r>
            <a:r>
              <a:rPr lang="vi-VN" i="1" dirty="0"/>
              <a:t> </a:t>
            </a:r>
            <a:r>
              <a:rPr lang="vi-VN" i="1" dirty="0" err="1"/>
              <a:t>và</a:t>
            </a:r>
            <a:r>
              <a:rPr lang="vi-VN" i="1" dirty="0"/>
              <a:t> </a:t>
            </a:r>
            <a:r>
              <a:rPr lang="vi-VN" i="1" dirty="0" err="1"/>
              <a:t>trả</a:t>
            </a:r>
            <a:r>
              <a:rPr lang="vi-VN" i="1" dirty="0"/>
              <a:t> </a:t>
            </a:r>
            <a:r>
              <a:rPr lang="vi-VN" i="1" dirty="0" err="1"/>
              <a:t>lời</a:t>
            </a:r>
            <a:r>
              <a:rPr lang="vi-VN" i="1" dirty="0"/>
              <a:t> </a:t>
            </a:r>
            <a:r>
              <a:rPr lang="vi-VN" i="1" dirty="0" err="1"/>
              <a:t>nhất</a:t>
            </a:r>
            <a:r>
              <a:rPr lang="vi-VN" i="1" dirty="0"/>
              <a:t> </a:t>
            </a:r>
            <a:r>
              <a:rPr lang="vi-VN" i="1" dirty="0" err="1"/>
              <a:t>quán</a:t>
            </a:r>
            <a:r>
              <a:rPr lang="vi-VN" i="1" dirty="0"/>
              <a:t> theo mong </a:t>
            </a:r>
            <a:r>
              <a:rPr lang="vi-VN" i="1" dirty="0" err="1"/>
              <a:t>muốn</a:t>
            </a:r>
            <a:r>
              <a:rPr lang="vi-VN" i="1" dirty="0"/>
              <a:t> </a:t>
            </a:r>
            <a:r>
              <a:rPr lang="vi-VN" i="1" dirty="0" err="1"/>
              <a:t>của</a:t>
            </a:r>
            <a:r>
              <a:rPr lang="vi-VN" i="1" dirty="0"/>
              <a:t> </a:t>
            </a:r>
            <a:r>
              <a:rPr lang="vi-VN" i="1" dirty="0" err="1"/>
              <a:t>chúng</a:t>
            </a:r>
            <a:r>
              <a:rPr lang="vi-VN" i="1" dirty="0"/>
              <a:t> ta?</a:t>
            </a:r>
            <a:endParaRPr lang="vi-VN" dirty="0"/>
          </a:p>
          <a:p>
            <a:r>
              <a:rPr lang="vi-VN" dirty="0" err="1"/>
              <a:t>Fine-tuning</a:t>
            </a:r>
            <a:r>
              <a:rPr lang="vi-VN" dirty="0"/>
              <a:t> trên </a:t>
            </a:r>
            <a:r>
              <a:rPr lang="vi-VN" dirty="0" err="1"/>
              <a:t>Azure</a:t>
            </a:r>
            <a:r>
              <a:rPr lang="vi-VN" dirty="0"/>
              <a:t> ra </a:t>
            </a:r>
            <a:r>
              <a:rPr lang="vi-VN" dirty="0" err="1"/>
              <a:t>đời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giải</a:t>
            </a:r>
            <a:r>
              <a:rPr lang="vi-VN" dirty="0"/>
              <a:t> </a:t>
            </a:r>
            <a:r>
              <a:rPr lang="vi-VN" dirty="0" err="1"/>
              <a:t>quyết</a:t>
            </a:r>
            <a:r>
              <a:rPr lang="vi-VN" dirty="0"/>
              <a:t> </a:t>
            </a:r>
            <a:r>
              <a:rPr lang="vi-VN" dirty="0" err="1"/>
              <a:t>chính</a:t>
            </a:r>
            <a:r>
              <a:rPr lang="vi-VN" dirty="0"/>
              <a:t> </a:t>
            </a:r>
            <a:r>
              <a:rPr lang="vi-VN" dirty="0" err="1"/>
              <a:t>bài</a:t>
            </a:r>
            <a:r>
              <a:rPr lang="vi-VN" dirty="0"/>
              <a:t> </a:t>
            </a:r>
            <a:r>
              <a:rPr lang="vi-VN" dirty="0" err="1"/>
              <a:t>toán</a:t>
            </a:r>
            <a:r>
              <a:rPr lang="vi-VN" dirty="0"/>
              <a:t> </a:t>
            </a:r>
            <a:r>
              <a:rPr lang="vi-VN" dirty="0" err="1"/>
              <a:t>đó</a:t>
            </a:r>
            <a:r>
              <a:rPr lang="vi-VN" dirty="0"/>
              <a:t>. </a:t>
            </a:r>
            <a:r>
              <a:rPr lang="vi-VN" dirty="0" err="1"/>
              <a:t>Nó</a:t>
            </a:r>
            <a:r>
              <a:rPr lang="vi-VN" dirty="0"/>
              <a:t> không </a:t>
            </a:r>
            <a:r>
              <a:rPr lang="vi-VN" dirty="0" err="1"/>
              <a:t>nhằm</a:t>
            </a:r>
            <a:r>
              <a:rPr lang="vi-VN" dirty="0"/>
              <a:t> thay </a:t>
            </a:r>
            <a:r>
              <a:rPr lang="vi-VN" dirty="0" err="1"/>
              <a:t>thế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 hay RAG, </a:t>
            </a:r>
            <a:r>
              <a:rPr lang="vi-VN" dirty="0" err="1"/>
              <a:t>mà</a:t>
            </a:r>
            <a:r>
              <a:rPr lang="vi-VN" dirty="0"/>
              <a:t> </a:t>
            </a:r>
            <a:r>
              <a:rPr lang="vi-VN" dirty="0" err="1"/>
              <a:t>bổ</a:t>
            </a:r>
            <a:r>
              <a:rPr lang="vi-VN" dirty="0"/>
              <a:t> sung thêm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lớp</a:t>
            </a:r>
            <a:r>
              <a:rPr lang="vi-VN" dirty="0"/>
              <a:t> “</a:t>
            </a:r>
            <a:r>
              <a:rPr lang="vi-VN" dirty="0" err="1"/>
              <a:t>trí</a:t>
            </a:r>
            <a:r>
              <a:rPr lang="vi-VN" dirty="0"/>
              <a:t> </a:t>
            </a:r>
            <a:r>
              <a:rPr lang="vi-VN" dirty="0" err="1"/>
              <a:t>nhớ</a:t>
            </a:r>
            <a:r>
              <a:rPr lang="vi-VN" dirty="0"/>
              <a:t> </a:t>
            </a:r>
            <a:r>
              <a:rPr lang="vi-VN" dirty="0" err="1"/>
              <a:t>dài</a:t>
            </a:r>
            <a:r>
              <a:rPr lang="vi-VN" dirty="0"/>
              <a:t> </a:t>
            </a:r>
            <a:r>
              <a:rPr lang="vi-VN" dirty="0" err="1"/>
              <a:t>hạn</a:t>
            </a:r>
            <a:r>
              <a:rPr lang="vi-VN" dirty="0"/>
              <a:t>”, </a:t>
            </a:r>
            <a:r>
              <a:rPr lang="vi-VN" dirty="0" err="1"/>
              <a:t>giúp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phong </a:t>
            </a:r>
            <a:r>
              <a:rPr lang="vi-VN" dirty="0" err="1"/>
              <a:t>cách</a:t>
            </a:r>
            <a:r>
              <a:rPr lang="vi-VN" dirty="0"/>
              <a:t>, </a:t>
            </a:r>
            <a:r>
              <a:rPr lang="vi-VN" dirty="0" err="1"/>
              <a:t>định</a:t>
            </a:r>
            <a:r>
              <a:rPr lang="vi-VN" dirty="0"/>
              <a:t> </a:t>
            </a:r>
            <a:r>
              <a:rPr lang="vi-VN" dirty="0" err="1"/>
              <a:t>dạng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chuyên sâu </a:t>
            </a:r>
            <a:r>
              <a:rPr lang="vi-VN" dirty="0" err="1"/>
              <a:t>của</a:t>
            </a:r>
            <a:r>
              <a:rPr lang="vi-VN" dirty="0"/>
              <a:t> </a:t>
            </a:r>
            <a:r>
              <a:rPr lang="vi-VN" dirty="0" err="1"/>
              <a:t>từng</a:t>
            </a:r>
            <a:r>
              <a:rPr lang="vi-VN" dirty="0"/>
              <a:t> </a:t>
            </a:r>
            <a:r>
              <a:rPr lang="vi-VN" dirty="0" err="1"/>
              <a:t>tổ</a:t>
            </a:r>
            <a:r>
              <a:rPr lang="vi-VN" dirty="0"/>
              <a:t> </a:t>
            </a:r>
            <a:r>
              <a:rPr lang="vi-VN" dirty="0" err="1"/>
              <a:t>chức</a:t>
            </a:r>
            <a:r>
              <a:rPr lang="vi-VN" dirty="0"/>
              <a:t>. Trong </a:t>
            </a:r>
            <a:r>
              <a:rPr lang="vi-VN" dirty="0" err="1"/>
              <a:t>phần</a:t>
            </a:r>
            <a:r>
              <a:rPr lang="vi-VN" dirty="0"/>
              <a:t> </a:t>
            </a:r>
            <a:r>
              <a:rPr lang="vi-VN" dirty="0" err="1"/>
              <a:t>trình</a:t>
            </a:r>
            <a:r>
              <a:rPr lang="vi-VN" dirty="0"/>
              <a:t> </a:t>
            </a:r>
            <a:r>
              <a:rPr lang="vi-VN" dirty="0" err="1"/>
              <a:t>bày</a:t>
            </a:r>
            <a:r>
              <a:rPr lang="vi-VN" dirty="0"/>
              <a:t> hôm nay, </a:t>
            </a:r>
            <a:r>
              <a:rPr lang="vi-VN" dirty="0" err="1"/>
              <a:t>chúng</a:t>
            </a:r>
            <a:r>
              <a:rPr lang="vi-VN" dirty="0"/>
              <a:t> ta </a:t>
            </a:r>
            <a:r>
              <a:rPr lang="vi-VN" dirty="0" err="1"/>
              <a:t>sẽ</a:t>
            </a:r>
            <a:r>
              <a:rPr lang="vi-VN" dirty="0"/>
              <a:t> </a:t>
            </a:r>
            <a:r>
              <a:rPr lang="vi-VN" dirty="0" err="1"/>
              <a:t>cùng</a:t>
            </a:r>
            <a:r>
              <a:rPr lang="vi-VN" dirty="0"/>
              <a:t> nhau </a:t>
            </a:r>
            <a:r>
              <a:rPr lang="vi-VN" dirty="0" err="1"/>
              <a:t>nhìn</a:t>
            </a:r>
            <a:r>
              <a:rPr lang="vi-VN" dirty="0"/>
              <a:t> </a:t>
            </a:r>
            <a:r>
              <a:rPr lang="vi-VN" dirty="0" err="1"/>
              <a:t>lại</a:t>
            </a:r>
            <a:r>
              <a:rPr lang="vi-VN" dirty="0"/>
              <a:t> khi </a:t>
            </a:r>
            <a:r>
              <a:rPr lang="vi-VN" dirty="0" err="1"/>
              <a:t>nào</a:t>
            </a:r>
            <a:r>
              <a:rPr lang="vi-VN" dirty="0"/>
              <a:t> nên </a:t>
            </a:r>
            <a:r>
              <a:rPr lang="vi-VN" dirty="0" err="1"/>
              <a:t>fine-tune</a:t>
            </a:r>
            <a:r>
              <a:rPr lang="vi-VN" dirty="0"/>
              <a:t>, </a:t>
            </a:r>
            <a:r>
              <a:rPr lang="vi-VN" dirty="0" err="1"/>
              <a:t>fine-tune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giải</a:t>
            </a:r>
            <a:r>
              <a:rPr lang="vi-VN" dirty="0"/>
              <a:t> </a:t>
            </a:r>
            <a:r>
              <a:rPr lang="vi-VN" dirty="0" err="1"/>
              <a:t>quyết</a:t>
            </a:r>
            <a:r>
              <a:rPr lang="vi-VN" dirty="0"/>
              <a:t> </a:t>
            </a:r>
            <a:r>
              <a:rPr lang="vi-VN" dirty="0" err="1"/>
              <a:t>vấn</a:t>
            </a:r>
            <a:r>
              <a:rPr lang="vi-VN" dirty="0"/>
              <a:t> </a:t>
            </a:r>
            <a:r>
              <a:rPr lang="vi-VN" dirty="0" err="1"/>
              <a:t>đề</a:t>
            </a:r>
            <a:r>
              <a:rPr lang="vi-VN" dirty="0"/>
              <a:t> </a:t>
            </a:r>
            <a:r>
              <a:rPr lang="vi-VN" dirty="0" err="1"/>
              <a:t>gì</a:t>
            </a:r>
            <a:r>
              <a:rPr lang="vi-VN" dirty="0"/>
              <a:t>, </a:t>
            </a:r>
            <a:r>
              <a:rPr lang="vi-VN" dirty="0" err="1"/>
              <a:t>và</a:t>
            </a:r>
            <a:r>
              <a:rPr lang="vi-VN" dirty="0"/>
              <a:t> quan </a:t>
            </a:r>
            <a:r>
              <a:rPr lang="vi-VN" dirty="0" err="1"/>
              <a:t>trọng</a:t>
            </a:r>
            <a:r>
              <a:rPr lang="vi-VN" dirty="0"/>
              <a:t> </a:t>
            </a:r>
            <a:r>
              <a:rPr lang="vi-VN" dirty="0" err="1"/>
              <a:t>nhất</a:t>
            </a:r>
            <a:r>
              <a:rPr lang="vi-VN" dirty="0"/>
              <a:t>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làm</a:t>
            </a:r>
            <a:r>
              <a:rPr lang="vi-VN" dirty="0"/>
              <a:t> </a:t>
            </a:r>
            <a:r>
              <a:rPr lang="vi-VN" dirty="0" err="1"/>
              <a:t>thế</a:t>
            </a:r>
            <a:r>
              <a:rPr lang="vi-VN" dirty="0"/>
              <a:t> </a:t>
            </a:r>
            <a:r>
              <a:rPr lang="vi-VN" dirty="0" err="1"/>
              <a:t>nào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triển</a:t>
            </a:r>
            <a:r>
              <a:rPr lang="vi-VN" dirty="0"/>
              <a:t> khai </a:t>
            </a:r>
            <a:r>
              <a:rPr lang="vi-VN" dirty="0" err="1"/>
              <a:t>fine-tune</a:t>
            </a:r>
            <a:r>
              <a:rPr lang="vi-VN" dirty="0"/>
              <a:t> trên </a:t>
            </a:r>
            <a:r>
              <a:rPr lang="vi-VN" dirty="0" err="1"/>
              <a:t>Azure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cách</a:t>
            </a:r>
            <a:r>
              <a:rPr lang="vi-VN" dirty="0"/>
              <a:t> </a:t>
            </a:r>
            <a:r>
              <a:rPr lang="vi-VN" dirty="0" err="1"/>
              <a:t>hiệu</a:t>
            </a:r>
            <a:r>
              <a:rPr lang="vi-VN" dirty="0"/>
              <a:t> </a:t>
            </a:r>
            <a:r>
              <a:rPr lang="vi-VN" dirty="0" err="1"/>
              <a:t>quả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tối</a:t>
            </a:r>
            <a:r>
              <a:rPr lang="vi-VN" dirty="0"/>
              <a:t> ưu chi </a:t>
            </a:r>
            <a:r>
              <a:rPr lang="vi-VN" dirty="0" err="1"/>
              <a:t>phí</a:t>
            </a:r>
            <a:r>
              <a:rPr lang="vi-VN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999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59C52-6A20-42D2-A0FE-08CFC9B09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Pre-trained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9BA7-22D4-4B9A-9F6B-24783A91C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dirty="0"/>
              <a:t> </a:t>
            </a:r>
            <a:r>
              <a:rPr lang="vi-VN" dirty="0" err="1"/>
              <a:t>Pre-trained</a:t>
            </a:r>
            <a:r>
              <a:rPr lang="vi-VN" dirty="0"/>
              <a:t> </a:t>
            </a:r>
            <a:r>
              <a:rPr lang="vi-VN" dirty="0" err="1"/>
              <a:t>model</a:t>
            </a:r>
            <a:r>
              <a:rPr lang="vi-VN" dirty="0"/>
              <a:t> (Mô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trước</a:t>
            </a:r>
            <a:r>
              <a:rPr lang="vi-VN" dirty="0"/>
              <a:t>)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trí</a:t>
            </a:r>
            <a:r>
              <a:rPr lang="vi-VN" dirty="0"/>
              <a:t> </a:t>
            </a:r>
            <a:r>
              <a:rPr lang="vi-VN" dirty="0" err="1"/>
              <a:t>tuệ</a:t>
            </a:r>
            <a:r>
              <a:rPr lang="vi-VN" dirty="0"/>
              <a:t> nhân </a:t>
            </a:r>
            <a:r>
              <a:rPr lang="vi-VN" dirty="0" err="1"/>
              <a:t>tạo</a:t>
            </a:r>
            <a:r>
              <a:rPr lang="vi-VN" dirty="0"/>
              <a:t>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trải</a:t>
            </a:r>
            <a:r>
              <a:rPr lang="vi-VN" dirty="0"/>
              <a:t> qua giai </a:t>
            </a:r>
            <a:r>
              <a:rPr lang="vi-VN" dirty="0" err="1"/>
              <a:t>đoạn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ban </a:t>
            </a:r>
            <a:r>
              <a:rPr lang="vi-VN" dirty="0" err="1"/>
              <a:t>đầu</a:t>
            </a:r>
            <a:r>
              <a:rPr lang="vi-VN" dirty="0"/>
              <a:t> trên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en-US" dirty="0"/>
              <a:t> </a:t>
            </a:r>
            <a:r>
              <a:rPr lang="vi-VN" dirty="0" err="1"/>
              <a:t>khổng</a:t>
            </a:r>
            <a:r>
              <a:rPr lang="vi-VN" dirty="0"/>
              <a:t> </a:t>
            </a:r>
            <a:r>
              <a:rPr lang="vi-VN" dirty="0" err="1"/>
              <a:t>lồ</a:t>
            </a:r>
            <a:r>
              <a:rPr lang="en-US" dirty="0"/>
              <a:t> (</a:t>
            </a:r>
            <a:r>
              <a:rPr lang="vi-VN" dirty="0"/>
              <a:t>văn </a:t>
            </a:r>
            <a:r>
              <a:rPr lang="vi-VN" dirty="0" err="1"/>
              <a:t>bản</a:t>
            </a:r>
            <a:r>
              <a:rPr lang="en-US" dirty="0"/>
              <a:t>,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, </a:t>
            </a:r>
            <a:r>
              <a:rPr lang="en-US" dirty="0" err="1"/>
              <a:t>âm</a:t>
            </a:r>
            <a:r>
              <a:rPr lang="en-US" dirty="0"/>
              <a:t> </a:t>
            </a:r>
            <a:r>
              <a:rPr lang="en-US" dirty="0" err="1"/>
              <a:t>thanh</a:t>
            </a:r>
            <a:r>
              <a:rPr lang="en-US" dirty="0"/>
              <a:t>…)</a:t>
            </a:r>
          </a:p>
          <a:p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đích</a:t>
            </a:r>
            <a:r>
              <a:rPr lang="en-US" dirty="0"/>
              <a:t>:</a:t>
            </a:r>
          </a:p>
          <a:p>
            <a:pPr lvl="1"/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tổng</a:t>
            </a:r>
            <a:r>
              <a:rPr lang="vi-VN" dirty="0"/>
              <a:t> </a:t>
            </a:r>
            <a:r>
              <a:rPr lang="vi-VN" dirty="0" err="1"/>
              <a:t>quát</a:t>
            </a:r>
            <a:r>
              <a:rPr lang="vi-VN" dirty="0"/>
              <a:t>: </a:t>
            </a:r>
            <a:endParaRPr lang="en-US" dirty="0"/>
          </a:p>
          <a:p>
            <a:pPr lvl="2"/>
            <a:r>
              <a:rPr lang="en-US" dirty="0"/>
              <a:t>G</a:t>
            </a:r>
            <a:r>
              <a:rPr lang="vi-VN" dirty="0" err="1"/>
              <a:t>iúp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hiểu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nguyên </a:t>
            </a:r>
            <a:r>
              <a:rPr lang="vi-VN" dirty="0" err="1"/>
              <a:t>tắc</a:t>
            </a:r>
            <a:r>
              <a:rPr lang="vi-VN" dirty="0"/>
              <a:t> cơ </a:t>
            </a:r>
            <a:r>
              <a:rPr lang="vi-VN" dirty="0" err="1"/>
              <a:t>bản</a:t>
            </a:r>
            <a:r>
              <a:rPr lang="vi-VN" dirty="0"/>
              <a:t> </a:t>
            </a:r>
            <a:r>
              <a:rPr lang="vi-VN" dirty="0" err="1"/>
              <a:t>của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tự</a:t>
            </a:r>
            <a:r>
              <a:rPr lang="vi-VN" dirty="0"/>
              <a:t> nhiên, </a:t>
            </a:r>
            <a:r>
              <a:rPr lang="vi-VN" dirty="0" err="1"/>
              <a:t>cách</a:t>
            </a:r>
            <a:r>
              <a:rPr lang="vi-VN" dirty="0"/>
              <a:t> </a:t>
            </a:r>
            <a:r>
              <a:rPr lang="vi-VN" dirty="0" err="1"/>
              <a:t>sắp</a:t>
            </a:r>
            <a:r>
              <a:rPr lang="vi-VN" dirty="0"/>
              <a:t> </a:t>
            </a:r>
            <a:r>
              <a:rPr lang="vi-VN" dirty="0" err="1"/>
              <a:t>xếp</a:t>
            </a:r>
            <a:r>
              <a:rPr lang="vi-VN" dirty="0"/>
              <a:t> </a:t>
            </a:r>
            <a:r>
              <a:rPr lang="vi-VN" dirty="0" err="1"/>
              <a:t>từ</a:t>
            </a:r>
            <a:r>
              <a:rPr lang="vi-VN" dirty="0"/>
              <a:t> </a:t>
            </a:r>
            <a:r>
              <a:rPr lang="vi-VN" dirty="0" err="1"/>
              <a:t>ngữ</a:t>
            </a:r>
            <a:r>
              <a:rPr lang="vi-VN" dirty="0"/>
              <a:t>,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pháp</a:t>
            </a:r>
            <a:endParaRPr lang="en-US" dirty="0"/>
          </a:p>
          <a:p>
            <a:pPr lvl="2"/>
            <a:r>
              <a:rPr lang="en-US" dirty="0"/>
              <a:t>T</a:t>
            </a:r>
            <a:r>
              <a:rPr lang="vi-VN" dirty="0" err="1"/>
              <a:t>iếp</a:t>
            </a:r>
            <a:r>
              <a:rPr lang="vi-VN" dirty="0"/>
              <a:t> thu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lượng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rộng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</a:t>
            </a:r>
            <a:r>
              <a:rPr lang="vi-VN" dirty="0" err="1"/>
              <a:t>về</a:t>
            </a:r>
            <a:r>
              <a:rPr lang="vi-VN" dirty="0"/>
              <a:t> </a:t>
            </a:r>
            <a:r>
              <a:rPr lang="vi-VN" dirty="0" err="1"/>
              <a:t>thế</a:t>
            </a:r>
            <a:r>
              <a:rPr lang="vi-VN" dirty="0"/>
              <a:t> </a:t>
            </a:r>
            <a:r>
              <a:rPr lang="vi-VN" dirty="0" err="1"/>
              <a:t>giớ</a:t>
            </a:r>
            <a:r>
              <a:rPr lang="en-US" dirty="0" err="1"/>
              <a:t>i</a:t>
            </a:r>
            <a:endParaRPr lang="en-US" dirty="0"/>
          </a:p>
          <a:p>
            <a:pPr lvl="1"/>
            <a:r>
              <a:rPr lang="vi-VN" dirty="0"/>
              <a:t>Cơ </a:t>
            </a:r>
            <a:r>
              <a:rPr lang="vi-VN" dirty="0" err="1"/>
              <a:t>chế</a:t>
            </a:r>
            <a:r>
              <a:rPr lang="vi-VN" dirty="0"/>
              <a:t> </a:t>
            </a:r>
            <a:r>
              <a:rPr lang="vi-VN" dirty="0" err="1"/>
              <a:t>hoạt</a:t>
            </a:r>
            <a:r>
              <a:rPr lang="vi-VN" dirty="0"/>
              <a:t> </a:t>
            </a:r>
            <a:r>
              <a:rPr lang="vi-VN" dirty="0" err="1"/>
              <a:t>động</a:t>
            </a:r>
            <a:r>
              <a:rPr lang="vi-VN" dirty="0"/>
              <a:t>: </a:t>
            </a:r>
            <a:r>
              <a:rPr lang="vi-VN" dirty="0" err="1"/>
              <a:t>Về</a:t>
            </a:r>
            <a:r>
              <a:rPr lang="vi-VN" dirty="0"/>
              <a:t> cơ </a:t>
            </a:r>
            <a:r>
              <a:rPr lang="vi-VN" dirty="0" err="1"/>
              <a:t>bản</a:t>
            </a:r>
            <a:r>
              <a:rPr lang="vi-VN" dirty="0"/>
              <a:t>, </a:t>
            </a:r>
            <a:r>
              <a:rPr lang="vi-VN" dirty="0" err="1"/>
              <a:t>các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thiết</a:t>
            </a:r>
            <a:r>
              <a:rPr lang="vi-VN" dirty="0"/>
              <a:t> </a:t>
            </a:r>
            <a:r>
              <a:rPr lang="vi-VN" dirty="0" err="1"/>
              <a:t>kế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dự</a:t>
            </a:r>
            <a:r>
              <a:rPr lang="vi-VN" dirty="0"/>
              <a:t> </a:t>
            </a:r>
            <a:r>
              <a:rPr lang="vi-VN" dirty="0" err="1"/>
              <a:t>đoán</a:t>
            </a:r>
            <a:r>
              <a:rPr lang="vi-VN" dirty="0"/>
              <a:t> </a:t>
            </a:r>
            <a:r>
              <a:rPr lang="vi-VN" dirty="0" err="1"/>
              <a:t>từ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theo trong </a:t>
            </a:r>
            <a:r>
              <a:rPr lang="vi-VN" dirty="0" err="1"/>
              <a:t>một</a:t>
            </a:r>
            <a:r>
              <a:rPr lang="vi-VN" dirty="0"/>
              <a:t> câu </a:t>
            </a:r>
            <a:r>
              <a:rPr lang="vi-VN" dirty="0" err="1"/>
              <a:t>dựa</a:t>
            </a:r>
            <a:r>
              <a:rPr lang="vi-VN" dirty="0"/>
              <a:t> trên </a:t>
            </a:r>
            <a:r>
              <a:rPr lang="vi-VN" dirty="0" err="1"/>
              <a:t>những</a:t>
            </a:r>
            <a:r>
              <a:rPr lang="vi-VN" dirty="0"/>
              <a:t> </a:t>
            </a:r>
            <a:r>
              <a:rPr lang="vi-VN" dirty="0" err="1"/>
              <a:t>đoạn</a:t>
            </a:r>
            <a:r>
              <a:rPr lang="vi-VN" dirty="0"/>
              <a:t> văn </a:t>
            </a:r>
            <a:r>
              <a:rPr lang="vi-VN" dirty="0" err="1"/>
              <a:t>bản</a:t>
            </a:r>
            <a:r>
              <a:rPr lang="vi-VN" dirty="0"/>
              <a:t> đi </a:t>
            </a:r>
            <a:r>
              <a:rPr lang="vi-VN" dirty="0" err="1"/>
              <a:t>trước</a:t>
            </a:r>
            <a:r>
              <a:rPr lang="vi-VN" dirty="0"/>
              <a:t> </a:t>
            </a:r>
            <a:r>
              <a:rPr lang="vi-VN" dirty="0" err="1"/>
              <a:t>nó</a:t>
            </a:r>
            <a:r>
              <a:rPr lang="vi-VN" dirty="0"/>
              <a:t>.</a:t>
            </a:r>
            <a:endParaRPr lang="en-US" dirty="0"/>
          </a:p>
          <a:p>
            <a:pPr lvl="2"/>
            <a:r>
              <a:rPr lang="vi-VN" dirty="0" err="1"/>
              <a:t>Ví</a:t>
            </a:r>
            <a:r>
              <a:rPr lang="vi-VN" dirty="0"/>
              <a:t> </a:t>
            </a:r>
            <a:r>
              <a:rPr lang="vi-VN" dirty="0" err="1"/>
              <a:t>dụ</a:t>
            </a:r>
            <a:r>
              <a:rPr lang="vi-VN" dirty="0"/>
              <a:t>: </a:t>
            </a:r>
            <a:r>
              <a:rPr lang="vi-VN" dirty="0" err="1"/>
              <a:t>Các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như GPT (</a:t>
            </a:r>
            <a:r>
              <a:rPr lang="vi-VN" dirty="0" err="1"/>
              <a:t>Generative</a:t>
            </a:r>
            <a:r>
              <a:rPr lang="vi-VN" dirty="0"/>
              <a:t> </a:t>
            </a:r>
            <a:r>
              <a:rPr lang="vi-VN" dirty="0" err="1"/>
              <a:t>Pre-trained</a:t>
            </a:r>
            <a:r>
              <a:rPr lang="vi-VN" dirty="0"/>
              <a:t> </a:t>
            </a:r>
            <a:r>
              <a:rPr lang="vi-VN" dirty="0" err="1"/>
              <a:t>Transformer</a:t>
            </a:r>
            <a:r>
              <a:rPr lang="vi-VN" dirty="0"/>
              <a:t>) hay BERT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những</a:t>
            </a:r>
            <a:r>
              <a:rPr lang="vi-VN" dirty="0"/>
              <a:t> </a:t>
            </a:r>
            <a:r>
              <a:rPr lang="vi-VN" dirty="0" err="1"/>
              <a:t>pre-trained</a:t>
            </a:r>
            <a:r>
              <a:rPr lang="vi-VN" dirty="0"/>
              <a:t> </a:t>
            </a:r>
            <a:r>
              <a:rPr lang="vi-VN" dirty="0" err="1"/>
              <a:t>models</a:t>
            </a:r>
            <a:r>
              <a:rPr lang="vi-VN" dirty="0"/>
              <a:t> </a:t>
            </a:r>
            <a:r>
              <a:rPr lang="vi-VN" dirty="0" err="1"/>
              <a:t>điển</a:t>
            </a:r>
            <a:r>
              <a:rPr lang="vi-VN" dirty="0"/>
              <a:t> </a:t>
            </a:r>
            <a:r>
              <a:rPr lang="vi-VN" dirty="0" err="1"/>
              <a:t>hình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160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59C52-6A20-42D2-A0FE-08CFC9B09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Fine-tuning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9BA7-22D4-4B9A-9F6B-24783A91C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dirty="0" err="1"/>
              <a:t>Fine-tuning</a:t>
            </a:r>
            <a:r>
              <a:rPr lang="vi-VN" dirty="0"/>
              <a:t> (tinh </a:t>
            </a:r>
            <a:r>
              <a:rPr lang="vi-VN" dirty="0" err="1"/>
              <a:t>chỉnh</a:t>
            </a:r>
            <a:r>
              <a:rPr lang="vi-VN" dirty="0"/>
              <a:t>)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quá</a:t>
            </a:r>
            <a:r>
              <a:rPr lang="vi-VN" dirty="0"/>
              <a:t> </a:t>
            </a:r>
            <a:r>
              <a:rPr lang="vi-VN" dirty="0" err="1"/>
              <a:t>trình</a:t>
            </a:r>
            <a:r>
              <a:rPr lang="vi-VN" dirty="0"/>
              <a:t> </a:t>
            </a:r>
            <a:r>
              <a:rPr lang="vi-VN" dirty="0" err="1"/>
              <a:t>lấy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trước</a:t>
            </a:r>
            <a:r>
              <a:rPr lang="vi-VN" dirty="0"/>
              <a:t> (</a:t>
            </a:r>
            <a:r>
              <a:rPr lang="vi-VN" dirty="0" err="1"/>
              <a:t>pre-trained</a:t>
            </a:r>
            <a:r>
              <a:rPr lang="vi-VN" dirty="0"/>
              <a:t> </a:t>
            </a:r>
            <a:r>
              <a:rPr lang="vi-VN" dirty="0" err="1"/>
              <a:t>model</a:t>
            </a:r>
            <a:r>
              <a:rPr lang="vi-VN" dirty="0"/>
              <a:t>)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</a:t>
            </a:r>
            <a:r>
              <a:rPr lang="vi-VN" dirty="0" err="1"/>
              <a:t>tục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nó</a:t>
            </a:r>
            <a:r>
              <a:rPr lang="vi-VN" dirty="0"/>
              <a:t> trên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chuyên </a:t>
            </a:r>
            <a:r>
              <a:rPr lang="vi-VN" dirty="0" err="1"/>
              <a:t>biệt</a:t>
            </a:r>
            <a:r>
              <a:rPr lang="vi-VN" dirty="0"/>
              <a:t> </a:t>
            </a:r>
            <a:r>
              <a:rPr lang="vi-VN" dirty="0" err="1"/>
              <a:t>nhỏ</a:t>
            </a:r>
            <a:r>
              <a:rPr lang="vi-VN" dirty="0"/>
              <a:t> hơn</a:t>
            </a:r>
            <a:endParaRPr lang="en-US" dirty="0"/>
          </a:p>
          <a:p>
            <a:r>
              <a:rPr lang="en-US" dirty="0" err="1"/>
              <a:t>Lý</a:t>
            </a:r>
            <a:r>
              <a:rPr lang="en-US" dirty="0"/>
              <a:t> do </a:t>
            </a:r>
            <a:r>
              <a:rPr lang="en-US" dirty="0" err="1"/>
              <a:t>cần</a:t>
            </a:r>
            <a:r>
              <a:rPr lang="en-US" dirty="0"/>
              <a:t> Fine-Tune: </a:t>
            </a:r>
          </a:p>
          <a:p>
            <a:pPr lvl="1"/>
            <a:r>
              <a:rPr lang="vi-VN" dirty="0" err="1"/>
              <a:t>Các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en-US" dirty="0"/>
              <a:t> n</a:t>
            </a:r>
            <a:r>
              <a:rPr lang="vi-VN" dirty="0" err="1"/>
              <a:t>gôn</a:t>
            </a:r>
            <a:r>
              <a:rPr lang="vi-VN" dirty="0"/>
              <a:t>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(LLM) ban </a:t>
            </a:r>
            <a:r>
              <a:rPr lang="vi-VN" dirty="0" err="1"/>
              <a:t>đầu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trên </a:t>
            </a:r>
            <a:r>
              <a:rPr lang="vi-VN" dirty="0" err="1"/>
              <a:t>những</a:t>
            </a:r>
            <a:r>
              <a:rPr lang="vi-VN" dirty="0"/>
              <a:t>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khổng</a:t>
            </a:r>
            <a:r>
              <a:rPr lang="vi-VN" dirty="0"/>
              <a:t> </a:t>
            </a:r>
            <a:r>
              <a:rPr lang="vi-VN" dirty="0" err="1"/>
              <a:t>lồ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hiểu</a:t>
            </a:r>
            <a:r>
              <a:rPr lang="vi-VN" dirty="0"/>
              <a:t> </a:t>
            </a:r>
            <a:r>
              <a:rPr lang="vi-VN" dirty="0" err="1"/>
              <a:t>nhiều</a:t>
            </a:r>
            <a:r>
              <a:rPr lang="vi-VN" dirty="0"/>
              <a:t> </a:t>
            </a:r>
            <a:r>
              <a:rPr lang="vi-VN" dirty="0" err="1"/>
              <a:t>loại</a:t>
            </a:r>
            <a:r>
              <a:rPr lang="vi-VN" dirty="0"/>
              <a:t> ngôn </a:t>
            </a:r>
            <a:r>
              <a:rPr lang="vi-VN" dirty="0" err="1"/>
              <a:t>ngữ</a:t>
            </a:r>
            <a:r>
              <a:rPr lang="vi-VN" dirty="0"/>
              <a:t>, </a:t>
            </a:r>
            <a:r>
              <a:rPr lang="vi-VN" dirty="0" err="1"/>
              <a:t>nhận</a:t>
            </a:r>
            <a:r>
              <a:rPr lang="vi-VN" dirty="0"/>
              <a:t> </a:t>
            </a:r>
            <a:r>
              <a:rPr lang="vi-VN" dirty="0" err="1"/>
              <a:t>diện</a:t>
            </a:r>
            <a:r>
              <a:rPr lang="vi-VN" dirty="0"/>
              <a:t> </a:t>
            </a:r>
            <a:r>
              <a:rPr lang="vi-VN" dirty="0" err="1"/>
              <a:t>mẫu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thu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tổng</a:t>
            </a:r>
            <a:r>
              <a:rPr lang="vi-VN" dirty="0"/>
              <a:t> </a:t>
            </a:r>
            <a:r>
              <a:rPr lang="vi-VN" dirty="0" err="1"/>
              <a:t>quát</a:t>
            </a:r>
            <a:r>
              <a:rPr lang="vi-VN" dirty="0"/>
              <a:t>. </a:t>
            </a:r>
            <a:endParaRPr lang="en-US" dirty="0"/>
          </a:p>
          <a:p>
            <a:pPr lvl="1"/>
            <a:r>
              <a:rPr lang="vi-VN" dirty="0" err="1"/>
              <a:t>Quá</a:t>
            </a:r>
            <a:r>
              <a:rPr lang="vi-VN" dirty="0"/>
              <a:t> </a:t>
            </a:r>
            <a:r>
              <a:rPr lang="vi-VN" dirty="0" err="1"/>
              <a:t>trình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</a:t>
            </a:r>
            <a:r>
              <a:rPr lang="vi-VN" dirty="0" err="1"/>
              <a:t>giúp</a:t>
            </a:r>
            <a:r>
              <a:rPr lang="vi-VN" dirty="0"/>
              <a:t> </a:t>
            </a:r>
            <a:r>
              <a:rPr lang="vi-VN" dirty="0" err="1"/>
              <a:t>chúng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khả</a:t>
            </a:r>
            <a:r>
              <a:rPr lang="vi-VN" dirty="0"/>
              <a:t> năng </a:t>
            </a:r>
            <a:r>
              <a:rPr lang="vi-VN" dirty="0" err="1"/>
              <a:t>xử</a:t>
            </a:r>
            <a:r>
              <a:rPr lang="vi-VN" dirty="0"/>
              <a:t> </a:t>
            </a:r>
            <a:r>
              <a:rPr lang="vi-VN" dirty="0" err="1"/>
              <a:t>lý</a:t>
            </a:r>
            <a:r>
              <a:rPr lang="vi-VN" dirty="0"/>
              <a:t> đa </a:t>
            </a:r>
            <a:r>
              <a:rPr lang="vi-VN" dirty="0" err="1"/>
              <a:t>dạng</a:t>
            </a:r>
            <a:r>
              <a:rPr lang="vi-VN" dirty="0"/>
              <a:t> </a:t>
            </a:r>
            <a:r>
              <a:rPr lang="vi-VN" dirty="0" err="1"/>
              <a:t>tình</a:t>
            </a:r>
            <a:r>
              <a:rPr lang="vi-VN" dirty="0"/>
              <a:t> </a:t>
            </a:r>
            <a:r>
              <a:rPr lang="vi-VN" dirty="0" err="1"/>
              <a:t>huống</a:t>
            </a:r>
            <a:r>
              <a:rPr lang="vi-VN" dirty="0"/>
              <a:t> nhưng </a:t>
            </a:r>
            <a:r>
              <a:rPr lang="vi-VN" dirty="0" err="1"/>
              <a:t>thường</a:t>
            </a:r>
            <a:r>
              <a:rPr lang="vi-VN" dirty="0"/>
              <a:t> </a:t>
            </a:r>
            <a:r>
              <a:rPr lang="vi-VN" dirty="0" err="1"/>
              <a:t>thiếu</a:t>
            </a:r>
            <a:r>
              <a:rPr lang="vi-VN" dirty="0"/>
              <a:t> </a:t>
            </a:r>
            <a:r>
              <a:rPr lang="vi-VN" dirty="0" err="1"/>
              <a:t>độ</a:t>
            </a:r>
            <a:r>
              <a:rPr lang="vi-VN" dirty="0"/>
              <a:t> </a:t>
            </a:r>
            <a:r>
              <a:rPr lang="vi-VN" dirty="0" err="1"/>
              <a:t>chính</a:t>
            </a:r>
            <a:r>
              <a:rPr lang="vi-VN" dirty="0"/>
              <a:t> </a:t>
            </a:r>
            <a:r>
              <a:rPr lang="vi-VN" dirty="0" err="1"/>
              <a:t>xác</a:t>
            </a:r>
            <a:r>
              <a:rPr lang="vi-VN" dirty="0"/>
              <a:t> khi </a:t>
            </a:r>
            <a:r>
              <a:rPr lang="vi-VN" dirty="0" err="1"/>
              <a:t>áp</a:t>
            </a:r>
            <a:r>
              <a:rPr lang="vi-VN" dirty="0"/>
              <a:t> </a:t>
            </a:r>
            <a:r>
              <a:rPr lang="vi-VN" dirty="0" err="1"/>
              <a:t>dụng</a:t>
            </a:r>
            <a:r>
              <a:rPr lang="vi-VN" dirty="0"/>
              <a:t> cho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tác</a:t>
            </a:r>
            <a:r>
              <a:rPr lang="vi-VN" dirty="0"/>
              <a:t> </a:t>
            </a:r>
            <a:r>
              <a:rPr lang="vi-VN" dirty="0" err="1"/>
              <a:t>vụ</a:t>
            </a:r>
            <a:r>
              <a:rPr lang="vi-VN" dirty="0"/>
              <a:t> chuyên </a:t>
            </a:r>
            <a:r>
              <a:rPr lang="vi-VN" dirty="0" err="1"/>
              <a:t>biệt</a:t>
            </a:r>
            <a:r>
              <a:rPr lang="vi-VN" dirty="0"/>
              <a:t>.</a:t>
            </a:r>
            <a:endParaRPr lang="en-US" dirty="0"/>
          </a:p>
          <a:p>
            <a:pPr lvl="1"/>
            <a:r>
              <a:rPr lang="vi-VN" dirty="0" err="1"/>
              <a:t>Fine-Tuning</a:t>
            </a:r>
            <a:r>
              <a:rPr lang="vi-VN" dirty="0"/>
              <a:t> </a:t>
            </a:r>
            <a:r>
              <a:rPr lang="vi-VN" dirty="0" err="1"/>
              <a:t>giải</a:t>
            </a:r>
            <a:r>
              <a:rPr lang="vi-VN" dirty="0"/>
              <a:t> </a:t>
            </a:r>
            <a:r>
              <a:rPr lang="vi-VN" dirty="0" err="1"/>
              <a:t>quyết</a:t>
            </a:r>
            <a:r>
              <a:rPr lang="vi-VN" dirty="0"/>
              <a:t> </a:t>
            </a:r>
            <a:r>
              <a:rPr lang="vi-VN" dirty="0" err="1"/>
              <a:t>khoảng</a:t>
            </a:r>
            <a:r>
              <a:rPr lang="vi-VN" dirty="0"/>
              <a:t> </a:t>
            </a:r>
            <a:r>
              <a:rPr lang="vi-VN" dirty="0" err="1"/>
              <a:t>trống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</a:t>
            </a:r>
            <a:r>
              <a:rPr lang="vi-VN" dirty="0" err="1"/>
              <a:t>bằng</a:t>
            </a:r>
            <a:r>
              <a:rPr lang="vi-VN" dirty="0"/>
              <a:t> </a:t>
            </a:r>
            <a:r>
              <a:rPr lang="vi-VN" dirty="0" err="1"/>
              <a:t>cách</a:t>
            </a:r>
            <a:r>
              <a:rPr lang="vi-VN" dirty="0"/>
              <a:t> tinh </a:t>
            </a:r>
            <a:r>
              <a:rPr lang="vi-VN" dirty="0" err="1"/>
              <a:t>chỉnh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sẵn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nó</a:t>
            </a:r>
            <a:r>
              <a:rPr lang="vi-VN" dirty="0"/>
              <a:t> </a:t>
            </a:r>
            <a:r>
              <a:rPr lang="vi-VN" dirty="0" err="1"/>
              <a:t>hoạt</a:t>
            </a:r>
            <a:r>
              <a:rPr lang="vi-VN" dirty="0"/>
              <a:t> </a:t>
            </a:r>
            <a:r>
              <a:rPr lang="vi-VN" dirty="0" err="1"/>
              <a:t>động</a:t>
            </a:r>
            <a:r>
              <a:rPr lang="vi-VN" dirty="0"/>
              <a:t> </a:t>
            </a:r>
            <a:r>
              <a:rPr lang="vi-VN" dirty="0" err="1"/>
              <a:t>tốt</a:t>
            </a:r>
            <a:r>
              <a:rPr lang="vi-VN" dirty="0"/>
              <a:t> hơn trong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lĩnh</a:t>
            </a:r>
            <a:r>
              <a:rPr lang="vi-VN" dirty="0"/>
              <a:t> </a:t>
            </a:r>
            <a:r>
              <a:rPr lang="vi-VN" dirty="0" err="1"/>
              <a:t>vực</a:t>
            </a:r>
            <a:r>
              <a:rPr lang="vi-VN" dirty="0"/>
              <a:t> </a:t>
            </a:r>
            <a:r>
              <a:rPr lang="vi-VN" dirty="0" err="1"/>
              <a:t>hoặc</a:t>
            </a:r>
            <a:r>
              <a:rPr lang="vi-VN" dirty="0"/>
              <a:t> </a:t>
            </a:r>
            <a:r>
              <a:rPr lang="vi-VN" dirty="0" err="1"/>
              <a:t>nhiệm</a:t>
            </a:r>
            <a:r>
              <a:rPr lang="vi-VN" dirty="0"/>
              <a:t> </a:t>
            </a:r>
            <a:r>
              <a:rPr lang="vi-VN" dirty="0" err="1"/>
              <a:t>vụ</a:t>
            </a:r>
            <a:r>
              <a:rPr lang="vi-VN" dirty="0"/>
              <a:t> </a:t>
            </a:r>
            <a:r>
              <a:rPr lang="vi-VN" dirty="0" err="1"/>
              <a:t>cụ</a:t>
            </a:r>
            <a:r>
              <a:rPr lang="vi-VN" dirty="0"/>
              <a:t> </a:t>
            </a:r>
            <a:r>
              <a:rPr lang="vi-VN" dirty="0" err="1"/>
              <a:t>thể</a:t>
            </a:r>
            <a:r>
              <a:rPr lang="vi-VN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233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AB1E-A1D3-4255-85BF-51B4F4CB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Fine-tuning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0CD08-91F5-474A-98CC-60A8D3992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841E7E-6E50-4B8D-8CDB-6E9FD5235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777" y="2346533"/>
            <a:ext cx="9247164" cy="386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5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59C52-6A20-42D2-A0FE-08CFC9B09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Fine-tuning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9BA7-22D4-4B9A-9F6B-24783A91C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là</a:t>
            </a:r>
            <a:endParaRPr lang="en-US" dirty="0"/>
          </a:p>
          <a:p>
            <a:r>
              <a:rPr lang="vi-VN" dirty="0"/>
              <a:t>Chuyên môn </a:t>
            </a:r>
            <a:r>
              <a:rPr lang="vi-VN" dirty="0" err="1"/>
              <a:t>hóa</a:t>
            </a:r>
            <a:r>
              <a:rPr lang="vi-VN" dirty="0"/>
              <a:t>: </a:t>
            </a:r>
            <a:r>
              <a:rPr lang="vi-VN" dirty="0" err="1"/>
              <a:t>Giúp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hiểu</a:t>
            </a:r>
            <a:r>
              <a:rPr lang="vi-VN" dirty="0"/>
              <a:t> sâu hơn </a:t>
            </a:r>
            <a:r>
              <a:rPr lang="vi-VN" dirty="0" err="1"/>
              <a:t>về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thuật</a:t>
            </a:r>
            <a:r>
              <a:rPr lang="vi-VN" dirty="0"/>
              <a:t> </a:t>
            </a:r>
            <a:r>
              <a:rPr lang="vi-VN" dirty="0" err="1"/>
              <a:t>ngữ</a:t>
            </a:r>
            <a:r>
              <a:rPr lang="vi-VN" dirty="0"/>
              <a:t>, </a:t>
            </a:r>
            <a:r>
              <a:rPr lang="vi-VN" dirty="0" err="1"/>
              <a:t>mẫu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hoặc</a:t>
            </a:r>
            <a:r>
              <a:rPr lang="vi-VN" dirty="0"/>
              <a:t> </a:t>
            </a:r>
            <a:r>
              <a:rPr lang="vi-VN" dirty="0" err="1"/>
              <a:t>tình</a:t>
            </a:r>
            <a:r>
              <a:rPr lang="vi-VN" dirty="0"/>
              <a:t> </a:t>
            </a:r>
            <a:r>
              <a:rPr lang="vi-VN" dirty="0" err="1"/>
              <a:t>huống</a:t>
            </a:r>
            <a:r>
              <a:rPr lang="vi-VN" dirty="0"/>
              <a:t> </a:t>
            </a:r>
            <a:r>
              <a:rPr lang="vi-VN" dirty="0" err="1"/>
              <a:t>đặc</a:t>
            </a:r>
            <a:r>
              <a:rPr lang="vi-VN" dirty="0"/>
              <a:t> </a:t>
            </a:r>
            <a:r>
              <a:rPr lang="vi-VN" dirty="0" err="1"/>
              <a:t>thù</a:t>
            </a:r>
            <a:r>
              <a:rPr lang="vi-VN" dirty="0"/>
              <a:t> </a:t>
            </a:r>
            <a:r>
              <a:rPr lang="vi-VN" dirty="0" err="1"/>
              <a:t>của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lĩnh</a:t>
            </a:r>
            <a:r>
              <a:rPr lang="vi-VN" dirty="0"/>
              <a:t> </a:t>
            </a:r>
            <a:r>
              <a:rPr lang="vi-VN" dirty="0" err="1"/>
              <a:t>vực</a:t>
            </a:r>
            <a:r>
              <a:rPr lang="vi-VN" dirty="0"/>
              <a:t> </a:t>
            </a:r>
            <a:r>
              <a:rPr lang="vi-VN" dirty="0" err="1"/>
              <a:t>cụ</a:t>
            </a:r>
            <a:r>
              <a:rPr lang="vi-VN" dirty="0"/>
              <a:t> </a:t>
            </a:r>
            <a:r>
              <a:rPr lang="vi-VN" dirty="0" err="1"/>
              <a:t>thể</a:t>
            </a:r>
            <a:r>
              <a:rPr lang="vi-VN" dirty="0"/>
              <a:t> (như y </a:t>
            </a:r>
            <a:r>
              <a:rPr lang="vi-VN" dirty="0" err="1"/>
              <a:t>tế</a:t>
            </a:r>
            <a:r>
              <a:rPr lang="vi-VN" dirty="0"/>
              <a:t>, </a:t>
            </a:r>
            <a:r>
              <a:rPr lang="vi-VN" dirty="0" err="1"/>
              <a:t>pháp</a:t>
            </a:r>
            <a:r>
              <a:rPr lang="vi-VN" dirty="0"/>
              <a:t> </a:t>
            </a:r>
            <a:r>
              <a:rPr lang="vi-VN" dirty="0" err="1"/>
              <a:t>lý</a:t>
            </a:r>
            <a:r>
              <a:rPr lang="vi-VN" dirty="0"/>
              <a:t>, </a:t>
            </a:r>
            <a:r>
              <a:rPr lang="vi-VN" dirty="0" err="1"/>
              <a:t>tài</a:t>
            </a:r>
            <a:r>
              <a:rPr lang="vi-VN" dirty="0"/>
              <a:t> </a:t>
            </a:r>
            <a:r>
              <a:rPr lang="vi-VN" dirty="0" err="1"/>
              <a:t>chính</a:t>
            </a:r>
            <a:r>
              <a:rPr lang="vi-VN" dirty="0"/>
              <a:t>) </a:t>
            </a:r>
            <a:r>
              <a:rPr lang="vi-VN" dirty="0" err="1"/>
              <a:t>mà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gốc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thể</a:t>
            </a:r>
            <a:r>
              <a:rPr lang="vi-VN" dirty="0"/>
              <a:t> chưa </a:t>
            </a:r>
            <a:r>
              <a:rPr lang="vi-VN" dirty="0" err="1"/>
              <a:t>nắm</a:t>
            </a:r>
            <a:r>
              <a:rPr lang="vi-VN" dirty="0"/>
              <a:t> </a:t>
            </a:r>
            <a:r>
              <a:rPr lang="vi-VN" dirty="0" err="1"/>
              <a:t>vững</a:t>
            </a:r>
            <a:endParaRPr lang="en-US" dirty="0"/>
          </a:p>
          <a:p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hành</a:t>
            </a:r>
            <a:r>
              <a:rPr lang="en-US" dirty="0"/>
              <a:t> vi: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(weights) </a:t>
            </a:r>
            <a:r>
              <a:rPr lang="en-US" dirty="0" err="1"/>
              <a:t>bên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nó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ra </a:t>
            </a:r>
            <a:r>
              <a:rPr lang="en-US" dirty="0" err="1"/>
              <a:t>đầu</a:t>
            </a:r>
            <a:r>
              <a:rPr lang="en-US" dirty="0"/>
              <a:t> ra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phong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, </a:t>
            </a:r>
            <a:r>
              <a:rPr lang="en-US" dirty="0" err="1"/>
              <a:t>giọng</a:t>
            </a:r>
            <a:r>
              <a:rPr lang="en-US" dirty="0"/>
              <a:t> </a:t>
            </a:r>
            <a:r>
              <a:rPr lang="en-US" dirty="0" err="1"/>
              <a:t>điệu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dạng</a:t>
            </a:r>
            <a:r>
              <a:rPr lang="en-US" dirty="0"/>
              <a:t> </a:t>
            </a:r>
            <a:r>
              <a:rPr lang="en-US" dirty="0" err="1"/>
              <a:t>cố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(</a:t>
            </a:r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: </a:t>
            </a:r>
            <a:r>
              <a:rPr lang="en-US" dirty="0" err="1"/>
              <a:t>viết</a:t>
            </a:r>
            <a:r>
              <a:rPr lang="en-US" dirty="0"/>
              <a:t> </a:t>
            </a:r>
            <a:r>
              <a:rPr lang="en-US" dirty="0" err="1"/>
              <a:t>báo</a:t>
            </a:r>
            <a:r>
              <a:rPr lang="en-US" dirty="0"/>
              <a:t>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, </a:t>
            </a:r>
            <a:r>
              <a:rPr lang="en-US" dirty="0" err="1"/>
              <a:t>viết</a:t>
            </a:r>
            <a:r>
              <a:rPr lang="en-US" dirty="0"/>
              <a:t> code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riêng</a:t>
            </a:r>
            <a:r>
              <a:rPr lang="en-US" dirty="0"/>
              <a:t>)</a:t>
            </a:r>
          </a:p>
          <a:p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: </a:t>
            </a:r>
            <a:r>
              <a:rPr lang="en-US" dirty="0" err="1"/>
              <a:t>Biến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quát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"</a:t>
            </a:r>
            <a:r>
              <a:rPr lang="en-US" dirty="0" err="1"/>
              <a:t>chuyên</a:t>
            </a:r>
            <a:r>
              <a:rPr lang="en-US" dirty="0"/>
              <a:t> </a:t>
            </a:r>
            <a:r>
              <a:rPr lang="en-US" dirty="0" err="1"/>
              <a:t>gia</a:t>
            </a:r>
            <a:r>
              <a:rPr lang="en-US" dirty="0"/>
              <a:t>"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lĩnh</a:t>
            </a:r>
            <a:r>
              <a:rPr lang="en-US" dirty="0"/>
              <a:t> </a:t>
            </a:r>
            <a:r>
              <a:rPr lang="en-US" dirty="0" err="1"/>
              <a:t>vực</a:t>
            </a:r>
            <a:r>
              <a:rPr lang="en-US" dirty="0"/>
              <a:t> </a:t>
            </a:r>
            <a:r>
              <a:rPr lang="en-US" dirty="0" err="1"/>
              <a:t>hẹp</a:t>
            </a:r>
            <a:r>
              <a:rPr lang="en-US" dirty="0"/>
              <a:t>,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chính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tác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cụ</a:t>
            </a:r>
            <a:r>
              <a:rPr lang="en-US" dirty="0"/>
              <a:t> </a:t>
            </a:r>
            <a:r>
              <a:rPr lang="en-US" dirty="0" err="1"/>
              <a:t>thể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636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3.Fine-tune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vi-VN" dirty="0" err="1"/>
              <a:t>System</a:t>
            </a:r>
            <a:r>
              <a:rPr lang="vi-VN" dirty="0"/>
              <a:t> + </a:t>
            </a:r>
            <a:r>
              <a:rPr lang="vi-VN" dirty="0" err="1"/>
              <a:t>User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 (</a:t>
            </a:r>
            <a:r>
              <a:rPr lang="vi-VN" dirty="0" err="1"/>
              <a:t>Prompt</a:t>
            </a:r>
            <a:r>
              <a:rPr lang="vi-VN" dirty="0"/>
              <a:t> </a:t>
            </a:r>
            <a:r>
              <a:rPr lang="vi-VN" dirty="0" err="1"/>
              <a:t>Engineering</a:t>
            </a:r>
            <a:r>
              <a:rPr lang="vi-VN" dirty="0"/>
              <a:t>):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việc</a:t>
            </a:r>
            <a:r>
              <a:rPr lang="vi-VN" dirty="0"/>
              <a:t> </a:t>
            </a:r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viết</a:t>
            </a:r>
            <a:r>
              <a:rPr lang="vi-VN" dirty="0"/>
              <a:t> </a:t>
            </a:r>
            <a:r>
              <a:rPr lang="vi-VN" dirty="0" err="1"/>
              <a:t>hướng</a:t>
            </a:r>
            <a:r>
              <a:rPr lang="vi-VN" dirty="0"/>
              <a:t> </a:t>
            </a:r>
            <a:r>
              <a:rPr lang="vi-VN" dirty="0" err="1"/>
              <a:t>dẫn</a:t>
            </a:r>
            <a:r>
              <a:rPr lang="vi-VN" dirty="0"/>
              <a:t> (</a:t>
            </a:r>
            <a:r>
              <a:rPr lang="vi-VN" dirty="0" err="1"/>
              <a:t>instruction</a:t>
            </a:r>
            <a:r>
              <a:rPr lang="vi-VN" dirty="0"/>
              <a:t>) </a:t>
            </a:r>
            <a:r>
              <a:rPr lang="vi-VN" dirty="0" err="1"/>
              <a:t>vào</a:t>
            </a:r>
            <a:r>
              <a:rPr lang="vi-VN" dirty="0"/>
              <a:t> khung </a:t>
            </a:r>
            <a:r>
              <a:rPr lang="vi-VN" dirty="0" err="1"/>
              <a:t>chat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yêu </a:t>
            </a:r>
            <a:r>
              <a:rPr lang="vi-VN" dirty="0" err="1"/>
              <a:t>cầu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 theo ý </a:t>
            </a:r>
            <a:r>
              <a:rPr lang="vi-VN" dirty="0" err="1"/>
              <a:t>mình</a:t>
            </a:r>
            <a:r>
              <a:rPr lang="vi-VN" dirty="0"/>
              <a:t> </a:t>
            </a:r>
            <a:r>
              <a:rPr lang="vi-VN" dirty="0" err="1"/>
              <a:t>mà</a:t>
            </a:r>
            <a:r>
              <a:rPr lang="vi-VN" dirty="0"/>
              <a:t> không thay </a:t>
            </a:r>
            <a:r>
              <a:rPr lang="vi-VN" dirty="0" err="1"/>
              <a:t>đổi</a:t>
            </a:r>
            <a:r>
              <a:rPr lang="vi-VN" dirty="0"/>
              <a:t> </a:t>
            </a:r>
            <a:r>
              <a:rPr lang="vi-VN" dirty="0" err="1"/>
              <a:t>bất</a:t>
            </a:r>
            <a:r>
              <a:rPr lang="vi-VN" dirty="0"/>
              <a:t> </a:t>
            </a:r>
            <a:r>
              <a:rPr lang="vi-VN" dirty="0" err="1"/>
              <a:t>kỳ</a:t>
            </a:r>
            <a:r>
              <a:rPr lang="vi-VN" dirty="0"/>
              <a:t> </a:t>
            </a:r>
            <a:r>
              <a:rPr lang="vi-VN" dirty="0" err="1"/>
              <a:t>điều</a:t>
            </a:r>
            <a:r>
              <a:rPr lang="vi-VN" dirty="0"/>
              <a:t> </a:t>
            </a:r>
            <a:r>
              <a:rPr lang="vi-VN" dirty="0" err="1"/>
              <a:t>gì</a:t>
            </a:r>
            <a:r>
              <a:rPr lang="vi-VN" dirty="0"/>
              <a:t> bên trong mô </a:t>
            </a:r>
            <a:r>
              <a:rPr lang="vi-VN" dirty="0" err="1"/>
              <a:t>hình</a:t>
            </a:r>
            <a:r>
              <a:rPr lang="vi-VN" dirty="0"/>
              <a:t> hay </a:t>
            </a:r>
            <a:r>
              <a:rPr lang="vi-VN" dirty="0" err="1"/>
              <a:t>kết</a:t>
            </a:r>
            <a:r>
              <a:rPr lang="vi-VN" dirty="0"/>
              <a:t> </a:t>
            </a:r>
            <a:r>
              <a:rPr lang="vi-VN" dirty="0" err="1"/>
              <a:t>nối</a:t>
            </a:r>
            <a:r>
              <a:rPr lang="vi-VN" dirty="0"/>
              <a:t> </a:t>
            </a:r>
            <a:r>
              <a:rPr lang="vi-VN" dirty="0" err="1"/>
              <a:t>với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ngoài</a:t>
            </a:r>
            <a:r>
              <a:rPr lang="vi-VN" dirty="0"/>
              <a:t> </a:t>
            </a:r>
            <a:r>
              <a:rPr lang="vi-VN" dirty="0" err="1"/>
              <a:t>hệ</a:t>
            </a:r>
            <a:r>
              <a:rPr lang="vi-VN" dirty="0"/>
              <a:t> </a:t>
            </a:r>
            <a:r>
              <a:rPr lang="vi-VN" dirty="0" err="1"/>
              <a:t>thống</a:t>
            </a:r>
            <a:endParaRPr lang="en-US" dirty="0"/>
          </a:p>
          <a:p>
            <a:pPr lvl="1"/>
            <a:r>
              <a:rPr lang="vi-VN" dirty="0"/>
              <a:t> Cơ </a:t>
            </a:r>
            <a:r>
              <a:rPr lang="vi-VN" dirty="0" err="1"/>
              <a:t>chế</a:t>
            </a:r>
            <a:r>
              <a:rPr lang="vi-VN" dirty="0"/>
              <a:t>: Cung </a:t>
            </a:r>
            <a:r>
              <a:rPr lang="vi-VN" dirty="0" err="1"/>
              <a:t>cấp</a:t>
            </a:r>
            <a:r>
              <a:rPr lang="vi-VN" dirty="0"/>
              <a:t> </a:t>
            </a:r>
            <a:r>
              <a:rPr lang="vi-VN" dirty="0" err="1"/>
              <a:t>ngữ</a:t>
            </a:r>
            <a:r>
              <a:rPr lang="vi-VN" dirty="0"/>
              <a:t> </a:t>
            </a:r>
            <a:r>
              <a:rPr lang="vi-VN" dirty="0" err="1"/>
              <a:t>cảnh</a:t>
            </a:r>
            <a:r>
              <a:rPr lang="vi-VN" dirty="0"/>
              <a:t> </a:t>
            </a:r>
            <a:r>
              <a:rPr lang="vi-VN" dirty="0" err="1"/>
              <a:t>ngắn</a:t>
            </a:r>
            <a:r>
              <a:rPr lang="vi-VN" dirty="0"/>
              <a:t> </a:t>
            </a:r>
            <a:r>
              <a:rPr lang="vi-VN" dirty="0" err="1"/>
              <a:t>hạn</a:t>
            </a:r>
            <a:r>
              <a:rPr lang="vi-VN" dirty="0"/>
              <a:t> trong "</a:t>
            </a:r>
            <a:r>
              <a:rPr lang="vi-VN" dirty="0" err="1"/>
              <a:t>bộ</a:t>
            </a:r>
            <a:r>
              <a:rPr lang="vi-VN" dirty="0"/>
              <a:t> </a:t>
            </a:r>
            <a:r>
              <a:rPr lang="vi-VN" dirty="0" err="1"/>
              <a:t>nhớ</a:t>
            </a:r>
            <a:r>
              <a:rPr lang="vi-VN" dirty="0"/>
              <a:t> </a:t>
            </a:r>
            <a:r>
              <a:rPr lang="vi-VN" dirty="0" err="1"/>
              <a:t>tạm</a:t>
            </a:r>
            <a:r>
              <a:rPr lang="vi-VN" dirty="0"/>
              <a:t>" (</a:t>
            </a:r>
            <a:r>
              <a:rPr lang="vi-VN" dirty="0" err="1"/>
              <a:t>context</a:t>
            </a:r>
            <a:r>
              <a:rPr lang="vi-VN" dirty="0"/>
              <a:t> </a:t>
            </a:r>
            <a:r>
              <a:rPr lang="vi-VN" dirty="0" err="1"/>
              <a:t>window</a:t>
            </a:r>
            <a:r>
              <a:rPr lang="vi-VN" dirty="0"/>
              <a:t>) </a:t>
            </a:r>
            <a:r>
              <a:rPr lang="vi-VN" dirty="0" err="1"/>
              <a:t>của</a:t>
            </a:r>
            <a:r>
              <a:rPr lang="vi-VN" dirty="0"/>
              <a:t> </a:t>
            </a:r>
            <a:r>
              <a:rPr lang="vi-VN" dirty="0" err="1"/>
              <a:t>cuộc</a:t>
            </a:r>
            <a:r>
              <a:rPr lang="vi-VN" dirty="0"/>
              <a:t> </a:t>
            </a:r>
            <a:r>
              <a:rPr lang="vi-VN" dirty="0" err="1"/>
              <a:t>hội</a:t>
            </a:r>
            <a:r>
              <a:rPr lang="vi-VN" dirty="0"/>
              <a:t> </a:t>
            </a:r>
            <a:r>
              <a:rPr lang="vi-VN" dirty="0" err="1"/>
              <a:t>thoại</a:t>
            </a:r>
            <a:r>
              <a:rPr lang="vi-VN" dirty="0"/>
              <a:t> </a:t>
            </a:r>
            <a:r>
              <a:rPr lang="vi-VN" dirty="0" err="1"/>
              <a:t>hiện</a:t>
            </a:r>
            <a:r>
              <a:rPr lang="vi-VN" dirty="0"/>
              <a:t> </a:t>
            </a:r>
            <a:r>
              <a:rPr lang="vi-VN" dirty="0" err="1"/>
              <a:t>tại</a:t>
            </a:r>
            <a:r>
              <a:rPr lang="vi-VN" dirty="0"/>
              <a:t>.</a:t>
            </a:r>
          </a:p>
          <a:p>
            <a:pPr lvl="1"/>
            <a:r>
              <a:rPr lang="vi-VN" dirty="0"/>
              <a:t> </a:t>
            </a:r>
            <a:r>
              <a:rPr lang="vi-VN" dirty="0" err="1"/>
              <a:t>Ví</a:t>
            </a:r>
            <a:r>
              <a:rPr lang="vi-VN" dirty="0"/>
              <a:t> </a:t>
            </a:r>
            <a:r>
              <a:rPr lang="vi-VN" dirty="0" err="1"/>
              <a:t>dụ</a:t>
            </a:r>
            <a:r>
              <a:rPr lang="vi-VN" dirty="0"/>
              <a:t>: "</a:t>
            </a:r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chuyên gia </a:t>
            </a:r>
            <a:r>
              <a:rPr lang="vi-VN" dirty="0" err="1"/>
              <a:t>marketing</a:t>
            </a:r>
            <a:r>
              <a:rPr lang="vi-VN" dirty="0"/>
              <a:t> (</a:t>
            </a:r>
            <a:r>
              <a:rPr lang="vi-VN" dirty="0" err="1"/>
              <a:t>System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), </a:t>
            </a:r>
            <a:r>
              <a:rPr lang="vi-VN" dirty="0" err="1"/>
              <a:t>hãy</a:t>
            </a:r>
            <a:r>
              <a:rPr lang="vi-VN" dirty="0"/>
              <a:t> </a:t>
            </a:r>
            <a:r>
              <a:rPr lang="vi-VN" dirty="0" err="1"/>
              <a:t>viết</a:t>
            </a:r>
            <a:r>
              <a:rPr lang="vi-VN" dirty="0"/>
              <a:t> cho tôi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email</a:t>
            </a:r>
            <a:r>
              <a:rPr lang="vi-VN" dirty="0"/>
              <a:t> </a:t>
            </a:r>
            <a:r>
              <a:rPr lang="vi-VN" dirty="0" err="1"/>
              <a:t>bán</a:t>
            </a:r>
            <a:r>
              <a:rPr lang="vi-VN" dirty="0"/>
              <a:t> </a:t>
            </a:r>
            <a:r>
              <a:rPr lang="vi-VN" dirty="0" err="1"/>
              <a:t>hàng</a:t>
            </a:r>
            <a:r>
              <a:rPr lang="vi-VN" dirty="0"/>
              <a:t> (</a:t>
            </a:r>
            <a:r>
              <a:rPr lang="vi-VN" dirty="0" err="1"/>
              <a:t>User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)."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0894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vi-VN" dirty="0"/>
              <a:t>RAG (</a:t>
            </a:r>
            <a:r>
              <a:rPr lang="vi-VN" dirty="0" err="1"/>
              <a:t>Retrieval-Augmented</a:t>
            </a:r>
            <a:r>
              <a:rPr lang="vi-VN" dirty="0"/>
              <a:t> </a:t>
            </a:r>
            <a:r>
              <a:rPr lang="vi-VN" dirty="0" err="1"/>
              <a:t>Generation</a:t>
            </a:r>
            <a:r>
              <a:rPr lang="vi-VN" dirty="0"/>
              <a:t>):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việc</a:t>
            </a:r>
            <a:r>
              <a:rPr lang="vi-VN" dirty="0"/>
              <a:t> </a:t>
            </a:r>
            <a:r>
              <a:rPr lang="vi-VN" dirty="0" err="1"/>
              <a:t>kết</a:t>
            </a:r>
            <a:r>
              <a:rPr lang="vi-VN" dirty="0"/>
              <a:t> </a:t>
            </a:r>
            <a:r>
              <a:rPr lang="vi-VN" dirty="0" err="1"/>
              <a:t>nối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với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tủ</a:t>
            </a:r>
            <a:r>
              <a:rPr lang="vi-VN" dirty="0"/>
              <a:t> </a:t>
            </a:r>
            <a:r>
              <a:rPr lang="vi-VN" dirty="0" err="1"/>
              <a:t>sách</a:t>
            </a:r>
            <a:r>
              <a:rPr lang="vi-VN" dirty="0"/>
              <a:t> tra </a:t>
            </a:r>
            <a:r>
              <a:rPr lang="vi-VN" dirty="0" err="1"/>
              <a:t>cứu</a:t>
            </a:r>
            <a:r>
              <a:rPr lang="vi-VN" dirty="0"/>
              <a:t> bên </a:t>
            </a:r>
            <a:r>
              <a:rPr lang="vi-VN" dirty="0" err="1"/>
              <a:t>ngoài</a:t>
            </a:r>
            <a:r>
              <a:rPr lang="vi-VN" dirty="0"/>
              <a:t>. Khi </a:t>
            </a:r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hỏi</a:t>
            </a:r>
            <a:r>
              <a:rPr lang="vi-VN" dirty="0"/>
              <a:t>, </a:t>
            </a:r>
            <a:r>
              <a:rPr lang="vi-VN" dirty="0" err="1"/>
              <a:t>hệ</a:t>
            </a:r>
            <a:r>
              <a:rPr lang="vi-VN" dirty="0"/>
              <a:t> </a:t>
            </a:r>
            <a:r>
              <a:rPr lang="vi-VN" dirty="0" err="1"/>
              <a:t>thống</a:t>
            </a:r>
            <a:r>
              <a:rPr lang="vi-VN" dirty="0"/>
              <a:t> </a:t>
            </a:r>
            <a:r>
              <a:rPr lang="vi-VN" dirty="0" err="1"/>
              <a:t>sẽ</a:t>
            </a:r>
            <a:r>
              <a:rPr lang="vi-VN" dirty="0"/>
              <a:t> </a:t>
            </a:r>
            <a:r>
              <a:rPr lang="vi-VN" dirty="0" err="1"/>
              <a:t>tự</a:t>
            </a:r>
            <a:r>
              <a:rPr lang="vi-VN" dirty="0"/>
              <a:t> </a:t>
            </a:r>
            <a:r>
              <a:rPr lang="vi-VN" dirty="0" err="1"/>
              <a:t>động</a:t>
            </a:r>
            <a:r>
              <a:rPr lang="vi-VN" dirty="0"/>
              <a:t> </a:t>
            </a:r>
            <a:r>
              <a:rPr lang="vi-VN" dirty="0" err="1"/>
              <a:t>tìm</a:t>
            </a:r>
            <a:r>
              <a:rPr lang="vi-VN" dirty="0"/>
              <a:t> </a:t>
            </a:r>
            <a:r>
              <a:rPr lang="vi-VN" dirty="0" err="1"/>
              <a:t>tài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liên quan </a:t>
            </a:r>
            <a:r>
              <a:rPr lang="vi-VN" dirty="0" err="1"/>
              <a:t>và</a:t>
            </a:r>
            <a:r>
              <a:rPr lang="vi-VN" dirty="0"/>
              <a:t> "</a:t>
            </a:r>
            <a:r>
              <a:rPr lang="vi-VN" dirty="0" err="1"/>
              <a:t>nhồi</a:t>
            </a:r>
            <a:r>
              <a:rPr lang="vi-VN" dirty="0"/>
              <a:t>"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 </a:t>
            </a:r>
            <a:r>
              <a:rPr lang="vi-VN" dirty="0" err="1"/>
              <a:t>dựa</a:t>
            </a:r>
            <a:r>
              <a:rPr lang="vi-VN" dirty="0"/>
              <a:t> trên </a:t>
            </a:r>
            <a:r>
              <a:rPr lang="vi-VN" dirty="0" err="1"/>
              <a:t>tài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đó</a:t>
            </a:r>
            <a:endParaRPr lang="en-US" dirty="0"/>
          </a:p>
          <a:p>
            <a:pPr lvl="1"/>
            <a:r>
              <a:rPr lang="en-US" dirty="0"/>
              <a:t>C</a:t>
            </a:r>
            <a:r>
              <a:rPr lang="vi-VN" dirty="0"/>
              <a:t>ơ </a:t>
            </a:r>
            <a:r>
              <a:rPr lang="vi-VN" dirty="0" err="1"/>
              <a:t>chế</a:t>
            </a:r>
            <a:r>
              <a:rPr lang="vi-VN" dirty="0"/>
              <a:t>: </a:t>
            </a:r>
            <a:r>
              <a:rPr lang="vi-VN" dirty="0" err="1"/>
              <a:t>Tìm</a:t>
            </a:r>
            <a:r>
              <a:rPr lang="vi-VN" dirty="0"/>
              <a:t> </a:t>
            </a:r>
            <a:r>
              <a:rPr lang="vi-VN" dirty="0" err="1"/>
              <a:t>kiếm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+ </a:t>
            </a:r>
            <a:r>
              <a:rPr lang="vi-VN" dirty="0" err="1"/>
              <a:t>Tạo</a:t>
            </a:r>
            <a:r>
              <a:rPr lang="vi-VN" dirty="0"/>
              <a:t> câu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. Thông tin </a:t>
            </a:r>
            <a:r>
              <a:rPr lang="vi-VN" dirty="0" err="1"/>
              <a:t>được</a:t>
            </a:r>
            <a:r>
              <a:rPr lang="vi-VN" dirty="0"/>
              <a:t> đưa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context</a:t>
            </a:r>
            <a:r>
              <a:rPr lang="vi-VN" dirty="0"/>
              <a:t> </a:t>
            </a:r>
            <a:r>
              <a:rPr lang="vi-VN" dirty="0" err="1"/>
              <a:t>window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cách</a:t>
            </a:r>
            <a:r>
              <a:rPr lang="vi-VN" dirty="0"/>
              <a:t> </a:t>
            </a:r>
            <a:r>
              <a:rPr lang="vi-VN" dirty="0" err="1"/>
              <a:t>tự</a:t>
            </a:r>
            <a:r>
              <a:rPr lang="vi-VN" dirty="0"/>
              <a:t> </a:t>
            </a:r>
            <a:r>
              <a:rPr lang="vi-VN" dirty="0" err="1"/>
              <a:t>động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Picture 2" descr="Ảnh-màn-hình-2025-07-25-lúc-4.31.32-CH.png (976×548)">
            <a:extLst>
              <a:ext uri="{FF2B5EF4-FFF2-40B4-BE49-F238E27FC236}">
                <a16:creationId xmlns:a16="http://schemas.microsoft.com/office/drawing/2014/main" id="{0C9FF96B-E091-42D8-9D93-DCA92F0819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868" y="3914386"/>
            <a:ext cx="3750373" cy="2105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0762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AB1E-A1D3-4255-85BF-51B4F4CB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0CD08-91F5-474A-98CC-60A8D3992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vi-VN" dirty="0"/>
              <a:t>RAG</a:t>
            </a:r>
            <a:endParaRPr lang="en-US" dirty="0"/>
          </a:p>
        </p:txBody>
      </p:sp>
      <p:pic>
        <p:nvPicPr>
          <p:cNvPr id="4" name="Picture 2" descr="Ảnh-màn-hình-2025-07-25-lúc-4.31.32-CH.png (976×548)">
            <a:extLst>
              <a:ext uri="{FF2B5EF4-FFF2-40B4-BE49-F238E27FC236}">
                <a16:creationId xmlns:a16="http://schemas.microsoft.com/office/drawing/2014/main" id="{A1D8A6CA-0FAB-4FBE-9007-C75A4407C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6971" y="2358486"/>
            <a:ext cx="7140872" cy="4009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9413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cốt</a:t>
            </a:r>
            <a:r>
              <a:rPr lang="en-US" dirty="0"/>
              <a:t> </a:t>
            </a:r>
            <a:r>
              <a:rPr lang="en-US" dirty="0" err="1"/>
              <a:t>lõi</a:t>
            </a:r>
            <a:endParaRPr lang="en-US" dirty="0"/>
          </a:p>
          <a:p>
            <a:r>
              <a:rPr lang="vi-VN" dirty="0" err="1"/>
              <a:t>Fine-tuning</a:t>
            </a:r>
            <a:r>
              <a:rPr lang="vi-VN" dirty="0"/>
              <a:t>: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việc</a:t>
            </a:r>
            <a:r>
              <a:rPr lang="vi-VN" dirty="0"/>
              <a:t> đưa mô </a:t>
            </a:r>
            <a:r>
              <a:rPr lang="vi-VN" dirty="0" err="1"/>
              <a:t>hình</a:t>
            </a:r>
            <a:r>
              <a:rPr lang="vi-VN" dirty="0"/>
              <a:t> đi "</a:t>
            </a:r>
            <a:r>
              <a:rPr lang="vi-VN" dirty="0" err="1"/>
              <a:t>học</a:t>
            </a:r>
            <a:r>
              <a:rPr lang="vi-VN" dirty="0"/>
              <a:t> thêm" </a:t>
            </a:r>
            <a:r>
              <a:rPr lang="vi-VN" dirty="0" err="1"/>
              <a:t>để</a:t>
            </a:r>
            <a:r>
              <a:rPr lang="vi-VN" dirty="0"/>
              <a:t> thay </a:t>
            </a:r>
            <a:r>
              <a:rPr lang="vi-VN" dirty="0" err="1"/>
              <a:t>đổi</a:t>
            </a:r>
            <a:r>
              <a:rPr lang="vi-VN" dirty="0"/>
              <a:t> tư duy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nội</a:t>
            </a:r>
            <a:r>
              <a:rPr lang="vi-VN" dirty="0"/>
              <a:t> </a:t>
            </a:r>
            <a:r>
              <a:rPr lang="vi-VN" dirty="0" err="1"/>
              <a:t>tại</a:t>
            </a:r>
            <a:r>
              <a:rPr lang="vi-VN" dirty="0"/>
              <a:t>. </a:t>
            </a:r>
            <a:r>
              <a:rPr lang="vi-VN" dirty="0" err="1"/>
              <a:t>Quá</a:t>
            </a:r>
            <a:r>
              <a:rPr lang="vi-VN" dirty="0"/>
              <a:t> </a:t>
            </a:r>
            <a:r>
              <a:rPr lang="vi-VN" dirty="0" err="1"/>
              <a:t>trình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thay </a:t>
            </a:r>
            <a:r>
              <a:rPr lang="vi-VN" dirty="0" err="1"/>
              <a:t>đổi</a:t>
            </a:r>
            <a:r>
              <a:rPr lang="vi-VN" dirty="0"/>
              <a:t> </a:t>
            </a:r>
            <a:r>
              <a:rPr lang="vi-VN" dirty="0" err="1"/>
              <a:t>vĩnh</a:t>
            </a:r>
            <a:r>
              <a:rPr lang="vi-VN" dirty="0"/>
              <a:t> </a:t>
            </a:r>
            <a:r>
              <a:rPr lang="vi-VN" dirty="0" err="1"/>
              <a:t>viễn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trọng</a:t>
            </a:r>
            <a:r>
              <a:rPr lang="vi-VN" dirty="0"/>
              <a:t> </a:t>
            </a:r>
            <a:r>
              <a:rPr lang="vi-VN" dirty="0" err="1"/>
              <a:t>số</a:t>
            </a:r>
            <a:r>
              <a:rPr lang="vi-VN" dirty="0"/>
              <a:t> (</a:t>
            </a:r>
            <a:r>
              <a:rPr lang="vi-VN" dirty="0" err="1"/>
              <a:t>weights</a:t>
            </a:r>
            <a:r>
              <a:rPr lang="vi-VN" dirty="0"/>
              <a:t>) bên trong </a:t>
            </a:r>
            <a:r>
              <a:rPr lang="vi-VN" dirty="0" err="1"/>
              <a:t>bộ</a:t>
            </a:r>
            <a:r>
              <a:rPr lang="vi-VN" dirty="0"/>
              <a:t> </a:t>
            </a:r>
            <a:r>
              <a:rPr lang="vi-VN" dirty="0" err="1"/>
              <a:t>não</a:t>
            </a:r>
            <a:r>
              <a:rPr lang="vi-VN" dirty="0"/>
              <a:t> </a:t>
            </a:r>
            <a:r>
              <a:rPr lang="vi-VN" dirty="0" err="1"/>
              <a:t>của</a:t>
            </a:r>
            <a:r>
              <a:rPr lang="vi-VN" dirty="0"/>
              <a:t> mô </a:t>
            </a:r>
            <a:r>
              <a:rPr lang="vi-VN" dirty="0" err="1"/>
              <a:t>hình</a:t>
            </a:r>
            <a:endParaRPr lang="en-US" dirty="0"/>
          </a:p>
          <a:p>
            <a:pPr lvl="1"/>
            <a:r>
              <a:rPr lang="vi-VN" dirty="0"/>
              <a:t>Cơ </a:t>
            </a:r>
            <a:r>
              <a:rPr lang="vi-VN" dirty="0" err="1"/>
              <a:t>chế</a:t>
            </a:r>
            <a:r>
              <a:rPr lang="vi-VN" dirty="0"/>
              <a:t>: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lại</a:t>
            </a:r>
            <a:r>
              <a:rPr lang="vi-VN" dirty="0"/>
              <a:t> (re-</a:t>
            </a:r>
            <a:r>
              <a:rPr lang="vi-VN" dirty="0" err="1"/>
              <a:t>training</a:t>
            </a:r>
            <a:r>
              <a:rPr lang="vi-VN" dirty="0"/>
              <a:t>) trên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chuyên </a:t>
            </a:r>
            <a:r>
              <a:rPr lang="vi-VN" dirty="0" err="1"/>
              <a:t>biệt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ghi </a:t>
            </a:r>
            <a:r>
              <a:rPr lang="vi-VN" dirty="0" err="1"/>
              <a:t>nhớ</a:t>
            </a:r>
            <a:r>
              <a:rPr lang="vi-VN" dirty="0"/>
              <a:t> </a:t>
            </a:r>
            <a:r>
              <a:rPr lang="vi-VN" dirty="0" err="1"/>
              <a:t>các</a:t>
            </a:r>
            <a:r>
              <a:rPr lang="vi-VN" dirty="0"/>
              <a:t> </a:t>
            </a:r>
            <a:r>
              <a:rPr lang="vi-VN" dirty="0" err="1"/>
              <a:t>mẫu</a:t>
            </a:r>
            <a:r>
              <a:rPr lang="vi-VN" dirty="0"/>
              <a:t> </a:t>
            </a:r>
            <a:r>
              <a:rPr lang="vi-VN" dirty="0" err="1"/>
              <a:t>mới</a:t>
            </a:r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7D881B-DFEA-480A-98D8-81BE38344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700" y="3972758"/>
            <a:ext cx="4458717" cy="2133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065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Bảng so sánh chi tiết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80C224-67F9-4F27-A4B5-ED46C64E4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92" y="2289791"/>
            <a:ext cx="7655078" cy="368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780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Fine-tune &amp; RAG &amp; (System + User) Prompt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vi-VN" dirty="0" err="1"/>
              <a:t>Hãy</a:t>
            </a:r>
            <a:r>
              <a:rPr lang="vi-VN" dirty="0"/>
              <a:t> </a:t>
            </a:r>
            <a:r>
              <a:rPr lang="vi-VN" dirty="0" err="1"/>
              <a:t>tưởng</a:t>
            </a:r>
            <a:r>
              <a:rPr lang="vi-VN" dirty="0"/>
              <a:t> </a:t>
            </a:r>
            <a:r>
              <a:rPr lang="vi-VN" dirty="0" err="1"/>
              <a:t>tượng</a:t>
            </a:r>
            <a:r>
              <a:rPr lang="vi-VN" dirty="0"/>
              <a:t> mô </a:t>
            </a:r>
            <a:r>
              <a:rPr lang="vi-VN" dirty="0" err="1"/>
              <a:t>hình</a:t>
            </a:r>
            <a:r>
              <a:rPr lang="vi-VN" dirty="0"/>
              <a:t> AI </a:t>
            </a:r>
            <a:r>
              <a:rPr lang="vi-VN" dirty="0" err="1"/>
              <a:t>là</a:t>
            </a:r>
            <a:r>
              <a:rPr lang="vi-VN" dirty="0"/>
              <a:t> </a:t>
            </a:r>
            <a:r>
              <a:rPr lang="vi-VN" dirty="0" err="1"/>
              <a:t>một</a:t>
            </a:r>
            <a:r>
              <a:rPr lang="vi-VN" dirty="0"/>
              <a:t> sinh viên đi thi:</a:t>
            </a:r>
          </a:p>
          <a:p>
            <a:r>
              <a:rPr lang="vi-VN" dirty="0"/>
              <a:t>1. </a:t>
            </a:r>
            <a:r>
              <a:rPr lang="vi-VN" dirty="0" err="1"/>
              <a:t>System</a:t>
            </a:r>
            <a:r>
              <a:rPr lang="vi-VN" dirty="0"/>
              <a:t> + </a:t>
            </a:r>
            <a:r>
              <a:rPr lang="vi-VN" dirty="0" err="1"/>
              <a:t>User</a:t>
            </a:r>
            <a:r>
              <a:rPr lang="vi-VN" dirty="0"/>
              <a:t> </a:t>
            </a:r>
            <a:r>
              <a:rPr lang="vi-VN" dirty="0" err="1"/>
              <a:t>Prompt</a:t>
            </a:r>
            <a:r>
              <a:rPr lang="vi-VN" dirty="0"/>
              <a:t>: </a:t>
            </a:r>
            <a:r>
              <a:rPr lang="vi-VN" dirty="0" err="1"/>
              <a:t>Bạn</a:t>
            </a:r>
            <a:r>
              <a:rPr lang="vi-VN" dirty="0"/>
              <a:t> đưa cho sinh viên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tờ</a:t>
            </a:r>
            <a:r>
              <a:rPr lang="vi-VN" dirty="0"/>
              <a:t> </a:t>
            </a:r>
            <a:r>
              <a:rPr lang="vi-VN" dirty="0" err="1"/>
              <a:t>giấy</a:t>
            </a:r>
            <a:r>
              <a:rPr lang="vi-VN" dirty="0"/>
              <a:t> ghi </a:t>
            </a:r>
            <a:r>
              <a:rPr lang="vi-VN" dirty="0" err="1"/>
              <a:t>chú</a:t>
            </a:r>
            <a:r>
              <a:rPr lang="vi-VN" dirty="0"/>
              <a:t> </a:t>
            </a:r>
            <a:r>
              <a:rPr lang="vi-VN" dirty="0" err="1"/>
              <a:t>nhỏ</a:t>
            </a:r>
            <a:r>
              <a:rPr lang="vi-VN" dirty="0"/>
              <a:t> ngay </a:t>
            </a:r>
            <a:r>
              <a:rPr lang="vi-VN" dirty="0" err="1"/>
              <a:t>trước</a:t>
            </a:r>
            <a:r>
              <a:rPr lang="vi-VN" dirty="0"/>
              <a:t> khi thi: "</a:t>
            </a:r>
            <a:r>
              <a:rPr lang="vi-VN" dirty="0" err="1"/>
              <a:t>Hãy</a:t>
            </a:r>
            <a:r>
              <a:rPr lang="vi-VN" dirty="0"/>
              <a:t> </a:t>
            </a:r>
            <a:r>
              <a:rPr lang="vi-VN" dirty="0" err="1"/>
              <a:t>đóng</a:t>
            </a:r>
            <a:r>
              <a:rPr lang="vi-VN" dirty="0"/>
              <a:t> vai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bác</a:t>
            </a:r>
            <a:r>
              <a:rPr lang="vi-VN" dirty="0"/>
              <a:t> </a:t>
            </a:r>
            <a:r>
              <a:rPr lang="vi-VN" dirty="0" err="1"/>
              <a:t>sĩ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 câu </a:t>
            </a:r>
            <a:r>
              <a:rPr lang="vi-VN" dirty="0" err="1"/>
              <a:t>hỏi</a:t>
            </a:r>
            <a:r>
              <a:rPr lang="vi-VN" dirty="0"/>
              <a:t> </a:t>
            </a:r>
            <a:r>
              <a:rPr lang="vi-VN" dirty="0" err="1"/>
              <a:t>này</a:t>
            </a:r>
            <a:r>
              <a:rPr lang="vi-VN" dirty="0"/>
              <a:t> </a:t>
            </a:r>
            <a:r>
              <a:rPr lang="vi-VN" dirty="0" err="1"/>
              <a:t>nhé</a:t>
            </a:r>
            <a:r>
              <a:rPr lang="vi-VN" dirty="0"/>
              <a:t>". Sinh viên </a:t>
            </a:r>
            <a:r>
              <a:rPr lang="vi-VN" dirty="0" err="1"/>
              <a:t>sẽ</a:t>
            </a:r>
            <a:r>
              <a:rPr lang="vi-VN" dirty="0"/>
              <a:t> </a:t>
            </a:r>
            <a:r>
              <a:rPr lang="vi-VN" dirty="0" err="1"/>
              <a:t>dùng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vốn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để</a:t>
            </a:r>
            <a:r>
              <a:rPr lang="vi-VN" dirty="0"/>
              <a:t> </a:t>
            </a:r>
            <a:r>
              <a:rPr lang="vi-VN" dirty="0" err="1"/>
              <a:t>diễn</a:t>
            </a:r>
            <a:r>
              <a:rPr lang="vi-VN" dirty="0"/>
              <a:t> theo vai </a:t>
            </a:r>
            <a:r>
              <a:rPr lang="vi-VN" dirty="0" err="1"/>
              <a:t>đó</a:t>
            </a:r>
            <a:r>
              <a:rPr lang="vi-VN" dirty="0"/>
              <a:t>.</a:t>
            </a:r>
          </a:p>
          <a:p>
            <a:r>
              <a:rPr lang="vi-VN" dirty="0"/>
              <a:t>2. RAG: </a:t>
            </a:r>
            <a:r>
              <a:rPr lang="vi-VN" dirty="0" err="1"/>
              <a:t>Bạn</a:t>
            </a:r>
            <a:r>
              <a:rPr lang="vi-VN" dirty="0"/>
              <a:t> cho </a:t>
            </a:r>
            <a:r>
              <a:rPr lang="vi-VN" dirty="0" err="1"/>
              <a:t>phép</a:t>
            </a:r>
            <a:r>
              <a:rPr lang="vi-VN" dirty="0"/>
              <a:t> sinh viên mang </a:t>
            </a:r>
            <a:r>
              <a:rPr lang="vi-VN" dirty="0" err="1"/>
              <a:t>Sách</a:t>
            </a:r>
            <a:r>
              <a:rPr lang="vi-VN" dirty="0"/>
              <a:t> </a:t>
            </a:r>
            <a:r>
              <a:rPr lang="vi-VN" dirty="0" err="1"/>
              <a:t>giáo</a:t>
            </a:r>
            <a:r>
              <a:rPr lang="vi-VN" dirty="0"/>
              <a:t> khoa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phòng</a:t>
            </a:r>
            <a:r>
              <a:rPr lang="vi-VN" dirty="0"/>
              <a:t> thi (</a:t>
            </a:r>
            <a:r>
              <a:rPr lang="vi-VN" dirty="0" err="1"/>
              <a:t>Open-book</a:t>
            </a:r>
            <a:r>
              <a:rPr lang="vi-VN" dirty="0"/>
              <a:t> </a:t>
            </a:r>
            <a:r>
              <a:rPr lang="vi-VN" dirty="0" err="1"/>
              <a:t>exam</a:t>
            </a:r>
            <a:r>
              <a:rPr lang="vi-VN" dirty="0"/>
              <a:t>). Khi </a:t>
            </a:r>
            <a:r>
              <a:rPr lang="vi-VN" dirty="0" err="1"/>
              <a:t>gặp</a:t>
            </a:r>
            <a:r>
              <a:rPr lang="vi-VN" dirty="0"/>
              <a:t> câu </a:t>
            </a:r>
            <a:r>
              <a:rPr lang="vi-VN" dirty="0" err="1"/>
              <a:t>hỏi</a:t>
            </a:r>
            <a:r>
              <a:rPr lang="vi-VN" dirty="0"/>
              <a:t> </a:t>
            </a:r>
            <a:r>
              <a:rPr lang="vi-VN" dirty="0" err="1"/>
              <a:t>khó</a:t>
            </a:r>
            <a:r>
              <a:rPr lang="vi-VN" dirty="0"/>
              <a:t>, sinh viên </a:t>
            </a:r>
            <a:r>
              <a:rPr lang="vi-VN" dirty="0" err="1"/>
              <a:t>mở</a:t>
            </a:r>
            <a:r>
              <a:rPr lang="vi-VN" dirty="0"/>
              <a:t> </a:t>
            </a:r>
            <a:r>
              <a:rPr lang="vi-VN" dirty="0" err="1"/>
              <a:t>sách</a:t>
            </a:r>
            <a:r>
              <a:rPr lang="vi-VN" dirty="0"/>
              <a:t> ra tra </a:t>
            </a:r>
            <a:r>
              <a:rPr lang="vi-VN" dirty="0" err="1"/>
              <a:t>cứu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chép</a:t>
            </a:r>
            <a:r>
              <a:rPr lang="vi-VN" dirty="0"/>
              <a:t> </a:t>
            </a:r>
            <a:r>
              <a:rPr lang="vi-VN" dirty="0" err="1"/>
              <a:t>lại</a:t>
            </a:r>
            <a:r>
              <a:rPr lang="vi-VN" dirty="0"/>
              <a:t> câu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lời</a:t>
            </a:r>
            <a:r>
              <a:rPr lang="vi-VN" dirty="0"/>
              <a:t> </a:t>
            </a:r>
            <a:r>
              <a:rPr lang="vi-VN" dirty="0" err="1"/>
              <a:t>chính</a:t>
            </a:r>
            <a:r>
              <a:rPr lang="vi-VN" dirty="0"/>
              <a:t> </a:t>
            </a:r>
            <a:r>
              <a:rPr lang="vi-VN" dirty="0" err="1"/>
              <a:t>xác</a:t>
            </a:r>
            <a:r>
              <a:rPr lang="vi-VN" dirty="0"/>
              <a:t> </a:t>
            </a:r>
            <a:r>
              <a:rPr lang="vi-VN" dirty="0" err="1"/>
              <a:t>từ</a:t>
            </a:r>
            <a:r>
              <a:rPr lang="vi-VN" dirty="0"/>
              <a:t> </a:t>
            </a:r>
            <a:r>
              <a:rPr lang="vi-VN" dirty="0" err="1"/>
              <a:t>sách</a:t>
            </a:r>
            <a:r>
              <a:rPr lang="vi-VN" dirty="0"/>
              <a:t>.</a:t>
            </a:r>
          </a:p>
          <a:p>
            <a:r>
              <a:rPr lang="vi-VN" dirty="0"/>
              <a:t>3. </a:t>
            </a:r>
            <a:r>
              <a:rPr lang="vi-VN" dirty="0" err="1"/>
              <a:t>Fine-tuning</a:t>
            </a:r>
            <a:r>
              <a:rPr lang="vi-VN" dirty="0"/>
              <a:t>: </a:t>
            </a:r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bắt</a:t>
            </a:r>
            <a:r>
              <a:rPr lang="vi-VN" dirty="0"/>
              <a:t> sinh viên đi </a:t>
            </a:r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Trường</a:t>
            </a:r>
            <a:r>
              <a:rPr lang="vi-VN" dirty="0"/>
              <a:t> Y trong 4 năm (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</a:t>
            </a:r>
            <a:r>
              <a:rPr lang="vi-VN" dirty="0" err="1"/>
              <a:t>lại</a:t>
            </a:r>
            <a:r>
              <a:rPr lang="vi-VN" dirty="0"/>
              <a:t>). Sinh viên </a:t>
            </a:r>
            <a:r>
              <a:rPr lang="vi-VN" dirty="0" err="1"/>
              <a:t>đã</a:t>
            </a:r>
            <a:r>
              <a:rPr lang="vi-VN" dirty="0"/>
              <a:t> </a:t>
            </a:r>
            <a:r>
              <a:rPr lang="vi-VN" dirty="0" err="1"/>
              <a:t>ngấm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vi-VN" dirty="0"/>
              <a:t> </a:t>
            </a:r>
            <a:r>
              <a:rPr lang="vi-VN" dirty="0" err="1"/>
              <a:t>vào</a:t>
            </a:r>
            <a:r>
              <a:rPr lang="vi-VN" dirty="0"/>
              <a:t> </a:t>
            </a:r>
            <a:r>
              <a:rPr lang="vi-VN" dirty="0" err="1"/>
              <a:t>đầu</a:t>
            </a:r>
            <a:r>
              <a:rPr lang="vi-VN" dirty="0"/>
              <a:t>, </a:t>
            </a:r>
            <a:r>
              <a:rPr lang="vi-VN" dirty="0" err="1"/>
              <a:t>phản</a:t>
            </a:r>
            <a:r>
              <a:rPr lang="vi-VN" dirty="0"/>
              <a:t> </a:t>
            </a:r>
            <a:r>
              <a:rPr lang="vi-VN" dirty="0" err="1"/>
              <a:t>xạ</a:t>
            </a:r>
            <a:r>
              <a:rPr lang="vi-VN" dirty="0"/>
              <a:t> </a:t>
            </a:r>
            <a:r>
              <a:rPr lang="vi-VN" dirty="0" err="1"/>
              <a:t>tự</a:t>
            </a:r>
            <a:r>
              <a:rPr lang="vi-VN" dirty="0"/>
              <a:t> nhiên như </a:t>
            </a:r>
            <a:r>
              <a:rPr lang="vi-VN" dirty="0" err="1"/>
              <a:t>bác</a:t>
            </a:r>
            <a:r>
              <a:rPr lang="vi-VN" dirty="0"/>
              <a:t> </a:t>
            </a:r>
            <a:r>
              <a:rPr lang="vi-VN" dirty="0" err="1"/>
              <a:t>sĩ</a:t>
            </a:r>
            <a:r>
              <a:rPr lang="vi-VN" dirty="0"/>
              <a:t> </a:t>
            </a:r>
            <a:r>
              <a:rPr lang="vi-VN" dirty="0" err="1"/>
              <a:t>mà</a:t>
            </a:r>
            <a:r>
              <a:rPr lang="vi-VN" dirty="0"/>
              <a:t> không </a:t>
            </a:r>
            <a:r>
              <a:rPr lang="vi-VN" dirty="0" err="1"/>
              <a:t>cần</a:t>
            </a:r>
            <a:r>
              <a:rPr lang="vi-VN" dirty="0"/>
              <a:t> </a:t>
            </a:r>
            <a:r>
              <a:rPr lang="vi-VN" dirty="0" err="1"/>
              <a:t>mở</a:t>
            </a:r>
            <a:r>
              <a:rPr lang="vi-VN" dirty="0"/>
              <a:t> </a:t>
            </a:r>
            <a:r>
              <a:rPr lang="vi-VN" dirty="0" err="1"/>
              <a:t>sách</a:t>
            </a:r>
            <a:r>
              <a:rPr lang="vi-VN" dirty="0"/>
              <a:t>, nhưng </a:t>
            </a:r>
            <a:r>
              <a:rPr lang="vi-VN" dirty="0" err="1"/>
              <a:t>nếu</a:t>
            </a:r>
            <a:r>
              <a:rPr lang="vi-VN" dirty="0"/>
              <a:t> y </a:t>
            </a:r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phát</a:t>
            </a:r>
            <a:r>
              <a:rPr lang="vi-VN" dirty="0"/>
              <a:t> minh </a:t>
            </a:r>
            <a:r>
              <a:rPr lang="vi-VN" dirty="0" err="1"/>
              <a:t>mới</a:t>
            </a:r>
            <a:r>
              <a:rPr lang="vi-VN" dirty="0"/>
              <a:t> </a:t>
            </a:r>
            <a:r>
              <a:rPr lang="vi-VN" dirty="0" err="1"/>
              <a:t>vào</a:t>
            </a:r>
            <a:r>
              <a:rPr lang="vi-VN" dirty="0"/>
              <a:t> hôm qua, sinh viên </a:t>
            </a:r>
            <a:r>
              <a:rPr lang="vi-VN" dirty="0" err="1"/>
              <a:t>sẽ</a:t>
            </a:r>
            <a:r>
              <a:rPr lang="vi-VN" dirty="0"/>
              <a:t> không </a:t>
            </a:r>
            <a:r>
              <a:rPr lang="vi-VN" dirty="0" err="1"/>
              <a:t>biế</a:t>
            </a:r>
            <a:r>
              <a:rPr lang="en-US" dirty="0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2395160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38BA-BC47-4B6C-98CA-E36358425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Các ph</a:t>
            </a:r>
            <a:r>
              <a:rPr lang="vi-VN" dirty="0"/>
              <a:t>ư</a:t>
            </a:r>
            <a:r>
              <a:rPr lang="en-US" dirty="0" err="1"/>
              <a:t>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Fine-Tune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2818A-5523-452C-A173-92E5B3C46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1.</a:t>
            </a:r>
            <a:r>
              <a:rPr lang="vi-VN" dirty="0"/>
              <a:t> </a:t>
            </a:r>
            <a:r>
              <a:rPr lang="vi-VN" dirty="0" err="1"/>
              <a:t>Supervised</a:t>
            </a:r>
            <a:r>
              <a:rPr lang="vi-VN" dirty="0"/>
              <a:t> </a:t>
            </a:r>
            <a:r>
              <a:rPr lang="vi-VN" dirty="0" err="1"/>
              <a:t>Fine-tuning</a:t>
            </a:r>
            <a:r>
              <a:rPr lang="vi-VN" dirty="0"/>
              <a:t> (Tinh </a:t>
            </a:r>
            <a:r>
              <a:rPr lang="vi-VN" dirty="0" err="1"/>
              <a:t>chỉnh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giám</a:t>
            </a:r>
            <a:r>
              <a:rPr lang="vi-VN" dirty="0"/>
              <a:t> </a:t>
            </a:r>
            <a:r>
              <a:rPr lang="vi-VN" dirty="0" err="1"/>
              <a:t>sát</a:t>
            </a:r>
            <a:r>
              <a:rPr lang="vi-VN" dirty="0"/>
              <a:t>): Đây </a:t>
            </a:r>
            <a:r>
              <a:rPr lang="vi-VN" dirty="0" err="1"/>
              <a:t>là</a:t>
            </a:r>
            <a:r>
              <a:rPr lang="vi-VN" dirty="0"/>
              <a:t> phương </a:t>
            </a:r>
            <a:r>
              <a:rPr lang="vi-VN" dirty="0" err="1"/>
              <a:t>pháp</a:t>
            </a:r>
            <a:r>
              <a:rPr lang="vi-VN" dirty="0"/>
              <a:t> </a:t>
            </a:r>
            <a:r>
              <a:rPr lang="vi-VN" dirty="0" err="1"/>
              <a:t>phổ</a:t>
            </a:r>
            <a:r>
              <a:rPr lang="vi-VN" dirty="0"/>
              <a:t> </a:t>
            </a:r>
            <a:r>
              <a:rPr lang="vi-VN" dirty="0" err="1"/>
              <a:t>biến</a:t>
            </a:r>
            <a:r>
              <a:rPr lang="vi-VN" dirty="0"/>
              <a:t> </a:t>
            </a:r>
            <a:r>
              <a:rPr lang="vi-VN" dirty="0" err="1"/>
              <a:t>và</a:t>
            </a:r>
            <a:r>
              <a:rPr lang="vi-VN" dirty="0"/>
              <a:t> </a:t>
            </a:r>
            <a:r>
              <a:rPr lang="vi-VN" dirty="0" err="1"/>
              <a:t>trực</a:t>
            </a:r>
            <a:r>
              <a:rPr lang="vi-VN" dirty="0"/>
              <a:t> </a:t>
            </a:r>
            <a:r>
              <a:rPr lang="vi-VN" dirty="0" err="1"/>
              <a:t>tiếp</a:t>
            </a:r>
            <a:r>
              <a:rPr lang="vi-VN" dirty="0"/>
              <a:t> </a:t>
            </a:r>
            <a:r>
              <a:rPr lang="vi-VN" dirty="0" err="1"/>
              <a:t>nhất</a:t>
            </a:r>
            <a:r>
              <a:rPr lang="vi-VN" dirty="0"/>
              <a:t>. Mô </a:t>
            </a:r>
            <a:r>
              <a:rPr lang="vi-VN" dirty="0" err="1"/>
              <a:t>hình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huấn</a:t>
            </a:r>
            <a:r>
              <a:rPr lang="vi-VN" dirty="0"/>
              <a:t> </a:t>
            </a:r>
            <a:r>
              <a:rPr lang="vi-VN" dirty="0" err="1"/>
              <a:t>luyện</a:t>
            </a:r>
            <a:r>
              <a:rPr lang="vi-VN" dirty="0"/>
              <a:t> thêm trên </a:t>
            </a:r>
            <a:r>
              <a:rPr lang="vi-VN" dirty="0" err="1"/>
              <a:t>một</a:t>
            </a:r>
            <a:r>
              <a:rPr lang="vi-VN" dirty="0"/>
              <a:t> </a:t>
            </a:r>
            <a:r>
              <a:rPr lang="vi-VN" dirty="0" err="1"/>
              <a:t>tập</a:t>
            </a:r>
            <a:r>
              <a:rPr lang="vi-VN" dirty="0"/>
              <a:t> </a:t>
            </a:r>
            <a:r>
              <a:rPr lang="vi-VN" dirty="0" err="1"/>
              <a:t>dữ</a:t>
            </a:r>
            <a:r>
              <a:rPr lang="vi-VN" dirty="0"/>
              <a:t> </a:t>
            </a:r>
            <a:r>
              <a:rPr lang="vi-VN" dirty="0" err="1"/>
              <a:t>liệu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nhãn</a:t>
            </a:r>
            <a:r>
              <a:rPr lang="vi-VN" dirty="0"/>
              <a:t> (</a:t>
            </a:r>
            <a:r>
              <a:rPr lang="vi-VN" dirty="0" err="1"/>
              <a:t>labeled</a:t>
            </a:r>
            <a:r>
              <a:rPr lang="vi-VN" dirty="0"/>
              <a:t> </a:t>
            </a:r>
            <a:r>
              <a:rPr lang="vi-VN" dirty="0" err="1"/>
              <a:t>dataset</a:t>
            </a:r>
            <a:r>
              <a:rPr lang="vi-VN" dirty="0"/>
              <a:t>) </a:t>
            </a:r>
            <a:r>
              <a:rPr lang="vi-VN" dirty="0" err="1"/>
              <a:t>đặc</a:t>
            </a:r>
            <a:r>
              <a:rPr lang="vi-VN" dirty="0"/>
              <a:t> </a:t>
            </a:r>
            <a:r>
              <a:rPr lang="vi-VN" dirty="0" err="1"/>
              <a:t>thù</a:t>
            </a:r>
            <a:r>
              <a:rPr lang="vi-VN" dirty="0"/>
              <a:t> cho </a:t>
            </a:r>
            <a:r>
              <a:rPr lang="vi-VN" dirty="0" err="1"/>
              <a:t>nhiệm</a:t>
            </a:r>
            <a:r>
              <a:rPr lang="vi-VN" dirty="0"/>
              <a:t> </a:t>
            </a:r>
            <a:r>
              <a:rPr lang="vi-VN" dirty="0" err="1"/>
              <a:t>vụ</a:t>
            </a:r>
            <a:r>
              <a:rPr lang="vi-VN" dirty="0"/>
              <a:t> </a:t>
            </a:r>
            <a:r>
              <a:rPr lang="vi-VN" dirty="0" err="1"/>
              <a:t>mục</a:t>
            </a:r>
            <a:r>
              <a:rPr lang="vi-VN" dirty="0"/>
              <a:t> tiêu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6971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Việc tạo training</a:t>
            </a:r>
            <a:r>
              <a:rPr lang="en-US" dirty="0"/>
              <a:t> data</a:t>
            </a:r>
            <a:r>
              <a:rPr lang="vi-VN" dirty="0"/>
              <a:t> và validation</a:t>
            </a:r>
            <a:r>
              <a:rPr lang="en-US" dirty="0"/>
              <a:t> data</a:t>
            </a:r>
            <a:r>
              <a:rPr lang="vi-VN" dirty="0"/>
              <a:t> là phần quan trọng nhất trong Fine-Tune, vì 80% chất lượng fine-tune đến từ dữ liệu, không phải model.</a:t>
            </a:r>
            <a:endParaRPr lang="en-US" dirty="0"/>
          </a:p>
          <a:p>
            <a:r>
              <a:rPr lang="en-US" dirty="0"/>
              <a:t>Training data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dạy</a:t>
            </a:r>
            <a:r>
              <a:rPr lang="en-US" dirty="0"/>
              <a:t> model, </a:t>
            </a:r>
            <a:r>
              <a:rPr lang="vi-VN" dirty="0"/>
              <a:t>validation</a:t>
            </a:r>
            <a:r>
              <a:rPr lang="en-US" dirty="0"/>
              <a:t> data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model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thật</a:t>
            </a:r>
            <a:r>
              <a:rPr lang="en-US" dirty="0"/>
              <a:t> </a:t>
            </a:r>
            <a:r>
              <a:rPr lang="en-US" dirty="0" err="1"/>
              <a:t>không</a:t>
            </a:r>
            <a:endParaRPr lang="en-US" dirty="0"/>
          </a:p>
          <a:p>
            <a:r>
              <a:rPr lang="en-US" dirty="0" err="1"/>
              <a:t>Tỉ</a:t>
            </a:r>
            <a:r>
              <a:rPr lang="en-US" dirty="0"/>
              <a:t> </a:t>
            </a:r>
            <a:r>
              <a:rPr lang="en-US" dirty="0" err="1"/>
              <a:t>lệ</a:t>
            </a:r>
            <a:r>
              <a:rPr lang="en-US" dirty="0"/>
              <a:t> data</a:t>
            </a:r>
          </a:p>
          <a:p>
            <a:pPr lvl="1"/>
            <a:r>
              <a:rPr lang="en-US" dirty="0"/>
              <a:t>Training: </a:t>
            </a:r>
            <a:r>
              <a:rPr lang="en-US" dirty="0" err="1"/>
              <a:t>chiếm</a:t>
            </a:r>
            <a:r>
              <a:rPr lang="en-US" dirty="0"/>
              <a:t> 80 % -90%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  <a:p>
            <a:pPr lvl="1"/>
            <a:r>
              <a:rPr lang="en-US" dirty="0"/>
              <a:t>V</a:t>
            </a:r>
            <a:r>
              <a:rPr lang="vi-VN" dirty="0"/>
              <a:t>alidation</a:t>
            </a:r>
            <a:r>
              <a:rPr lang="en-US" dirty="0"/>
              <a:t>:</a:t>
            </a:r>
            <a:r>
              <a:rPr lang="vi-VN" dirty="0"/>
              <a:t> </a:t>
            </a:r>
            <a:r>
              <a:rPr lang="en-US" dirty="0"/>
              <a:t>10–20%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616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dirty="0"/>
              <a:t>Mục tiêu </a:t>
            </a:r>
            <a:r>
              <a:rPr lang="en-US" dirty="0" err="1"/>
              <a:t>tranning</a:t>
            </a:r>
            <a:r>
              <a:rPr lang="en-US" dirty="0"/>
              <a:t> data</a:t>
            </a:r>
          </a:p>
          <a:p>
            <a:pPr lvl="1"/>
            <a:r>
              <a:rPr lang="en-US" dirty="0" err="1"/>
              <a:t>Dạy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thức</a:t>
            </a:r>
            <a:endParaRPr lang="en-US" dirty="0"/>
          </a:p>
          <a:p>
            <a:pPr lvl="1"/>
            <a:r>
              <a:rPr lang="en-US" dirty="0" err="1"/>
              <a:t>Dạy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lời</a:t>
            </a:r>
            <a:endParaRPr lang="en-US" dirty="0"/>
          </a:p>
          <a:p>
            <a:pPr lvl="1"/>
            <a:r>
              <a:rPr lang="en-US" dirty="0" err="1"/>
              <a:t>Dạy</a:t>
            </a:r>
            <a:r>
              <a:rPr lang="en-US" dirty="0"/>
              <a:t> format output</a:t>
            </a:r>
          </a:p>
          <a:p>
            <a:pPr lvl="1"/>
            <a:r>
              <a:rPr lang="en-US" dirty="0" err="1"/>
              <a:t>Dạy</a:t>
            </a:r>
            <a:r>
              <a:rPr lang="en-US" dirty="0"/>
              <a:t> tone &amp; </a:t>
            </a:r>
            <a:r>
              <a:rPr lang="en-US" dirty="0" err="1"/>
              <a:t>phong</a:t>
            </a:r>
            <a:r>
              <a:rPr lang="en-US" dirty="0"/>
              <a:t> </a:t>
            </a:r>
            <a:r>
              <a:rPr lang="en-US" dirty="0" err="1"/>
              <a:t>cách</a:t>
            </a:r>
            <a:endParaRPr lang="en-US" dirty="0"/>
          </a:p>
          <a:p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chí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tranning</a:t>
            </a:r>
            <a:r>
              <a:rPr lang="en-US" dirty="0"/>
              <a:t> Data</a:t>
            </a:r>
          </a:p>
          <a:p>
            <a:pPr lvl="1"/>
            <a:r>
              <a:rPr lang="vi-VN" dirty="0"/>
              <a:t>| Tiêu chí        | Mô tả                               |</a:t>
            </a:r>
          </a:p>
          <a:p>
            <a:pPr lvl="1"/>
            <a:r>
              <a:rPr lang="vi-VN" dirty="0"/>
              <a:t>| --------------- | ----------------------------------- |</a:t>
            </a:r>
          </a:p>
          <a:p>
            <a:pPr lvl="1"/>
            <a:r>
              <a:rPr lang="vi-VN" dirty="0"/>
              <a:t>| Rõ ràng         | Prompt cụ thể, không mơ hồ          |</a:t>
            </a:r>
          </a:p>
          <a:p>
            <a:pPr lvl="1"/>
            <a:r>
              <a:rPr lang="vi-VN" dirty="0"/>
              <a:t>| Chính xác       | Output đúng nghiệp vụ               |</a:t>
            </a:r>
          </a:p>
          <a:p>
            <a:pPr lvl="1"/>
            <a:r>
              <a:rPr lang="vi-VN" dirty="0"/>
              <a:t>| Nhất quán       | Format &amp; tone thống nhất            |</a:t>
            </a:r>
          </a:p>
          <a:p>
            <a:pPr lvl="1"/>
            <a:r>
              <a:rPr lang="vi-VN" dirty="0"/>
              <a:t>| Thực tế         | Giống user thật                     |</a:t>
            </a:r>
          </a:p>
          <a:p>
            <a:pPr lvl="1"/>
            <a:r>
              <a:rPr lang="vi-VN" dirty="0"/>
              <a:t>| Đa dạng         | Bao phủ nhiều tình huống            |</a:t>
            </a:r>
          </a:p>
          <a:p>
            <a:pPr lvl="1"/>
            <a:r>
              <a:rPr lang="vi-VN" dirty="0"/>
              <a:t>| Không trùng lặp | Tránh overfit                       |</a:t>
            </a:r>
          </a:p>
          <a:p>
            <a:pPr lvl="1"/>
            <a:r>
              <a:rPr lang="vi-VN" dirty="0"/>
              <a:t>| Dạy tư duy      | Dạy cách lập luận, không chỉ đáp án |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586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dirty="0"/>
              <a:t>Mục tiêu </a:t>
            </a:r>
            <a:r>
              <a:rPr lang="en-US" dirty="0"/>
              <a:t>validation data</a:t>
            </a:r>
          </a:p>
          <a:p>
            <a:pPr lvl="1"/>
            <a:r>
              <a:rPr lang="vi-VN" dirty="0"/>
              <a:t>Gồm bộ câu hỏi mà model CHƯA BAO GIỜ thấy, dùng để kiểm tra xem model có “hiểu thật” hay chỉ “học vẹt”.</a:t>
            </a:r>
          </a:p>
          <a:p>
            <a:pPr lvl="1"/>
            <a:r>
              <a:rPr lang="vi-VN" dirty="0"/>
              <a:t>Validation Data KHÔNG được: copy training, Chỉ đổi vài chữ </a:t>
            </a:r>
            <a:endParaRPr lang="en-US" dirty="0"/>
          </a:p>
          <a:p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chí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validation Data</a:t>
            </a:r>
          </a:p>
          <a:p>
            <a:pPr lvl="1"/>
            <a:r>
              <a:rPr lang="vi-VN" dirty="0"/>
              <a:t>| Tiêu chí            | Mô tả                                       |</a:t>
            </a:r>
          </a:p>
          <a:p>
            <a:pPr lvl="1"/>
            <a:r>
              <a:rPr lang="vi-VN" dirty="0"/>
              <a:t>| --------------------| ------------------------------------------- |</a:t>
            </a:r>
          </a:p>
          <a:p>
            <a:pPr lvl="1"/>
            <a:r>
              <a:rPr lang="vi-VN" dirty="0"/>
              <a:t>| Không trùng lặp     | Không trùng dữ liệu Training                |</a:t>
            </a:r>
          </a:p>
          <a:p>
            <a:pPr lvl="1"/>
            <a:r>
              <a:rPr lang="vi-VN" dirty="0"/>
              <a:t>| Câu hỏi mới         | Cùng chủ đề nhưng cách hỏi khác             |</a:t>
            </a:r>
          </a:p>
          <a:p>
            <a:pPr lvl="1"/>
            <a:r>
              <a:rPr lang="vi-VN" dirty="0"/>
              <a:t>| Yêu cầu suy luận    | Kiểm tra model có hiểu, không chỉ học thuộc |</a:t>
            </a:r>
          </a:p>
          <a:p>
            <a:pPr lvl="1"/>
            <a:r>
              <a:rPr lang="vi-VN" dirty="0"/>
              <a:t>| Có edge cases       | Bao gồm tình huống khó, bẫy, lỗi            |</a:t>
            </a:r>
          </a:p>
          <a:p>
            <a:pPr lvl="1"/>
            <a:r>
              <a:rPr lang="vi-VN" dirty="0"/>
              <a:t>| Đa dạng             | Nhiều loại user, mức độ khó                 |</a:t>
            </a:r>
          </a:p>
          <a:p>
            <a:pPr lvl="1"/>
            <a:r>
              <a:rPr lang="vi-VN" dirty="0"/>
              <a:t>| Thực tế             | Phản ánh hành vi người dùng thật            |</a:t>
            </a:r>
          </a:p>
          <a:p>
            <a:pPr lvl="1"/>
            <a:r>
              <a:rPr lang="vi-VN" dirty="0"/>
              <a:t>| Kiểm tra format     | Xem model có giữ đúng format trả lời        |</a:t>
            </a:r>
          </a:p>
          <a:p>
            <a:pPr lvl="1"/>
            <a:r>
              <a:rPr lang="vi-VN" dirty="0"/>
              <a:t>| Chống hallucination | Kiểm tra model có bịa thông tin             |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3262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Fine-Tune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dirty="0"/>
              <a:t>Problem Definition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Prompt / RAG First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Choose Fine-Tune Method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Prepare Training / Validation / Test Data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Local Fine-Tune (Experiment)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Evaluate → Improve Data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Azure Fine-Tune (Production)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Final Evaluation</a:t>
            </a:r>
          </a:p>
          <a:p>
            <a:pPr marL="0" indent="0">
              <a:buNone/>
            </a:pPr>
            <a:r>
              <a:rPr lang="en-US" dirty="0"/>
              <a:t>        ↓</a:t>
            </a:r>
          </a:p>
          <a:p>
            <a:pPr marL="0" indent="0">
              <a:buNone/>
            </a:pPr>
            <a:r>
              <a:rPr lang="en-US" dirty="0"/>
              <a:t>Deploy &amp; Monitor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357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Fine-Tune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1.Xác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—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Fine-Tune </a:t>
            </a:r>
            <a:r>
              <a:rPr lang="en-US" dirty="0" err="1"/>
              <a:t>không</a:t>
            </a:r>
            <a:r>
              <a:rPr lang="en-US" dirty="0"/>
              <a:t>?</a:t>
            </a:r>
          </a:p>
          <a:p>
            <a:r>
              <a:rPr lang="en-US" dirty="0"/>
              <a:t>Prompt Engineering → RAG → Fine-Tune</a:t>
            </a:r>
          </a:p>
          <a:p>
            <a:r>
              <a:rPr lang="en-US" dirty="0" err="1"/>
              <a:t>Chỉ</a:t>
            </a:r>
            <a:r>
              <a:rPr lang="en-US" dirty="0"/>
              <a:t> fine-tune </a:t>
            </a:r>
            <a:r>
              <a:rPr lang="en-US" dirty="0" err="1"/>
              <a:t>nếu</a:t>
            </a:r>
            <a:r>
              <a:rPr lang="en-US" dirty="0"/>
              <a:t> prompt/RAG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đủ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2.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Fine-Tune</a:t>
            </a:r>
          </a:p>
          <a:p>
            <a:r>
              <a:rPr lang="vi-VN" dirty="0" err="1"/>
              <a:t>Dạy</a:t>
            </a:r>
            <a:r>
              <a:rPr lang="vi-VN" dirty="0"/>
              <a:t> </a:t>
            </a:r>
            <a:r>
              <a:rPr lang="vi-VN" dirty="0" err="1"/>
              <a:t>kiến</a:t>
            </a:r>
            <a:r>
              <a:rPr lang="vi-VN" dirty="0"/>
              <a:t> </a:t>
            </a:r>
            <a:r>
              <a:rPr lang="vi-VN" dirty="0" err="1"/>
              <a:t>thức</a:t>
            </a:r>
            <a:r>
              <a:rPr lang="en-US" dirty="0"/>
              <a:t>? </a:t>
            </a:r>
            <a:r>
              <a:rPr lang="vi-VN" dirty="0" err="1"/>
              <a:t>Dạy</a:t>
            </a:r>
            <a:r>
              <a:rPr lang="vi-VN" dirty="0"/>
              <a:t> phong </a:t>
            </a:r>
            <a:r>
              <a:rPr lang="vi-VN" dirty="0" err="1"/>
              <a:t>cách</a:t>
            </a:r>
            <a:r>
              <a:rPr lang="vi-VN" dirty="0"/>
              <a:t>?</a:t>
            </a:r>
            <a:r>
              <a:rPr lang="en-US" dirty="0"/>
              <a:t> </a:t>
            </a:r>
            <a:r>
              <a:rPr lang="vi-VN" dirty="0" err="1"/>
              <a:t>Dạy</a:t>
            </a:r>
            <a:r>
              <a:rPr lang="vi-VN" dirty="0"/>
              <a:t> </a:t>
            </a:r>
            <a:r>
              <a:rPr lang="vi-VN" dirty="0" err="1"/>
              <a:t>reasoning</a:t>
            </a:r>
            <a:r>
              <a:rPr lang="vi-VN" dirty="0"/>
              <a:t>?</a:t>
            </a:r>
            <a:r>
              <a:rPr lang="en-US" dirty="0"/>
              <a:t> </a:t>
            </a:r>
            <a:r>
              <a:rPr lang="vi-VN" dirty="0" err="1"/>
              <a:t>Giảm</a:t>
            </a:r>
            <a:r>
              <a:rPr lang="vi-VN" dirty="0"/>
              <a:t> </a:t>
            </a:r>
            <a:r>
              <a:rPr lang="vi-VN" dirty="0" err="1"/>
              <a:t>hallucination</a:t>
            </a:r>
            <a:r>
              <a:rPr lang="vi-VN" dirty="0"/>
              <a:t>?</a:t>
            </a:r>
            <a:endParaRPr lang="en-US" dirty="0"/>
          </a:p>
          <a:p>
            <a:r>
              <a:rPr lang="en-US" dirty="0"/>
              <a:t>👉 </a:t>
            </a:r>
            <a:r>
              <a:rPr lang="vi-VN" dirty="0" err="1"/>
              <a:t>Tránh</a:t>
            </a:r>
            <a:r>
              <a:rPr lang="vi-VN" dirty="0"/>
              <a:t> </a:t>
            </a:r>
            <a:r>
              <a:rPr lang="vi-VN" dirty="0" err="1"/>
              <a:t>fine-tune</a:t>
            </a:r>
            <a:r>
              <a:rPr lang="vi-VN" dirty="0"/>
              <a:t> mơ </a:t>
            </a:r>
            <a:r>
              <a:rPr lang="vi-VN" dirty="0" err="1"/>
              <a:t>hồ</a:t>
            </a:r>
            <a:r>
              <a:rPr lang="vi-VN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92384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Fine-Tune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1. </a:t>
            </a: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  <a:p>
            <a:r>
              <a:rPr lang="en-US" dirty="0"/>
              <a:t>Training data, Validation data, Testing data (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khích</a:t>
            </a:r>
            <a:r>
              <a:rPr lang="en-US" dirty="0"/>
              <a:t> them,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Fine-Tune Local (Experiment Phase)</a:t>
            </a:r>
          </a:p>
          <a:p>
            <a:r>
              <a:rPr lang="vi-VN" dirty="0" err="1"/>
              <a:t>Debug</a:t>
            </a:r>
            <a:r>
              <a:rPr lang="vi-VN" dirty="0"/>
              <a:t> </a:t>
            </a:r>
            <a:r>
              <a:rPr lang="vi-VN" dirty="0" err="1"/>
              <a:t>dataset</a:t>
            </a:r>
            <a:endParaRPr lang="en-US" dirty="0"/>
          </a:p>
          <a:p>
            <a:r>
              <a:rPr lang="vi-VN" dirty="0" err="1"/>
              <a:t>Ước</a:t>
            </a:r>
            <a:r>
              <a:rPr lang="vi-VN" dirty="0"/>
              <a:t> </a:t>
            </a:r>
            <a:r>
              <a:rPr lang="vi-VN" dirty="0" err="1"/>
              <a:t>lượng</a:t>
            </a:r>
            <a:r>
              <a:rPr lang="vi-VN" dirty="0"/>
              <a:t> chi </a:t>
            </a:r>
            <a:r>
              <a:rPr lang="vi-VN" dirty="0" err="1"/>
              <a:t>phí</a:t>
            </a:r>
            <a:endParaRPr lang="en-US" dirty="0"/>
          </a:p>
          <a:p>
            <a:r>
              <a:rPr lang="vi-VN" dirty="0" err="1"/>
              <a:t>Kiểm</a:t>
            </a:r>
            <a:r>
              <a:rPr lang="vi-VN" dirty="0"/>
              <a:t> tra </a:t>
            </a:r>
            <a:r>
              <a:rPr lang="vi-VN" dirty="0" err="1"/>
              <a:t>model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đúng</a:t>
            </a:r>
            <a:r>
              <a:rPr lang="vi-VN" dirty="0"/>
              <a:t> không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3.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Local</a:t>
            </a:r>
          </a:p>
          <a:p>
            <a:pPr marL="0" indent="0">
              <a:buNone/>
            </a:pPr>
            <a:r>
              <a:rPr lang="en-US" dirty="0"/>
              <a:t>| </a:t>
            </a:r>
            <a:r>
              <a:rPr lang="en-US" dirty="0" err="1"/>
              <a:t>Nếu</a:t>
            </a:r>
            <a:r>
              <a:rPr lang="en-US" dirty="0"/>
              <a:t>        | </a:t>
            </a:r>
            <a:r>
              <a:rPr lang="en-US" dirty="0" err="1"/>
              <a:t>Hành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                    |</a:t>
            </a:r>
          </a:p>
          <a:p>
            <a:pPr marL="0" indent="0">
              <a:buNone/>
            </a:pPr>
            <a:r>
              <a:rPr lang="en-US" dirty="0"/>
              <a:t>| ---------- | ----------------------------- |</a:t>
            </a:r>
          </a:p>
          <a:p>
            <a:pPr marL="0" indent="0">
              <a:buNone/>
            </a:pPr>
            <a:r>
              <a:rPr lang="en-US" dirty="0"/>
              <a:t>| Output </a:t>
            </a:r>
            <a:r>
              <a:rPr lang="en-US" dirty="0" err="1"/>
              <a:t>kém</a:t>
            </a:r>
            <a:r>
              <a:rPr lang="en-US" dirty="0"/>
              <a:t> | </a:t>
            </a:r>
            <a:r>
              <a:rPr lang="en-US" dirty="0" err="1"/>
              <a:t>Sửa</a:t>
            </a:r>
            <a:r>
              <a:rPr lang="en-US" dirty="0"/>
              <a:t> dataset                   |</a:t>
            </a:r>
          </a:p>
          <a:p>
            <a:pPr marL="0" indent="0">
              <a:buNone/>
            </a:pPr>
            <a:r>
              <a:rPr lang="en-US" dirty="0"/>
              <a:t>| Format </a:t>
            </a:r>
            <a:r>
              <a:rPr lang="en-US" dirty="0" err="1"/>
              <a:t>lỗi</a:t>
            </a:r>
            <a:r>
              <a:rPr lang="en-US" dirty="0"/>
              <a:t> | </a:t>
            </a:r>
            <a:r>
              <a:rPr lang="en-US" dirty="0" err="1"/>
              <a:t>Sửa</a:t>
            </a:r>
            <a:r>
              <a:rPr lang="en-US" dirty="0"/>
              <a:t> system prompt             |</a:t>
            </a:r>
          </a:p>
          <a:p>
            <a:pPr marL="0" indent="0">
              <a:buNone/>
            </a:pPr>
            <a:r>
              <a:rPr lang="en-US" dirty="0"/>
              <a:t>| Overfit    | </a:t>
            </a:r>
            <a:r>
              <a:rPr lang="en-US" dirty="0" err="1"/>
              <a:t>Tăng</a:t>
            </a:r>
            <a:r>
              <a:rPr lang="en-US" dirty="0"/>
              <a:t> validation / </a:t>
            </a:r>
            <a:r>
              <a:rPr lang="en-US" dirty="0" err="1"/>
              <a:t>giảm</a:t>
            </a:r>
            <a:r>
              <a:rPr lang="en-US" dirty="0"/>
              <a:t> epochs |</a:t>
            </a:r>
          </a:p>
        </p:txBody>
      </p:sp>
    </p:spTree>
    <p:extLst>
      <p:ext uri="{BB962C8B-B14F-4D97-AF65-F5344CB8AC3E}">
        <p14:creationId xmlns:p14="http://schemas.microsoft.com/office/powerpoint/2010/main" val="4070601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Fine-Tune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4. Fine-Tune Production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  <a:p>
            <a:pPr lvl="1"/>
            <a:r>
              <a:rPr lang="en-US" dirty="0"/>
              <a:t>Training data, Validation data, Testing data (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khích</a:t>
            </a:r>
            <a:r>
              <a:rPr lang="en-US" dirty="0"/>
              <a:t> them,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5.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Production (Offline Evaluation</a:t>
            </a:r>
          </a:p>
          <a:p>
            <a:pPr lvl="1"/>
            <a:r>
              <a:rPr lang="vi-VN" dirty="0"/>
              <a:t>So </a:t>
            </a:r>
            <a:r>
              <a:rPr lang="vi-VN" dirty="0" err="1"/>
              <a:t>sánh</a:t>
            </a:r>
            <a:r>
              <a:rPr lang="vi-VN" dirty="0"/>
              <a:t>:</a:t>
            </a:r>
            <a:r>
              <a:rPr lang="en-US" dirty="0"/>
              <a:t> </a:t>
            </a:r>
            <a:r>
              <a:rPr lang="vi-VN" dirty="0" err="1"/>
              <a:t>Base</a:t>
            </a:r>
            <a:r>
              <a:rPr lang="vi-VN" dirty="0"/>
              <a:t> </a:t>
            </a:r>
            <a:r>
              <a:rPr lang="vi-VN" dirty="0" err="1"/>
              <a:t>model</a:t>
            </a:r>
            <a:r>
              <a:rPr lang="en-US" dirty="0"/>
              <a:t> + </a:t>
            </a:r>
            <a:r>
              <a:rPr lang="vi-VN" dirty="0" err="1"/>
              <a:t>Prompt-only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vi-VN" dirty="0" err="1"/>
              <a:t>Fine-tuned</a:t>
            </a:r>
            <a:r>
              <a:rPr lang="vi-VN" dirty="0"/>
              <a:t> </a:t>
            </a:r>
            <a:r>
              <a:rPr lang="vi-VN" dirty="0" err="1"/>
              <a:t>model</a:t>
            </a:r>
            <a:endParaRPr lang="en-US" dirty="0"/>
          </a:p>
          <a:p>
            <a:pPr lvl="1"/>
            <a:r>
              <a:rPr lang="vi-VN" dirty="0" err="1"/>
              <a:t>Chỉ</a:t>
            </a:r>
            <a:r>
              <a:rPr lang="vi-VN" dirty="0"/>
              <a:t> </a:t>
            </a:r>
            <a:r>
              <a:rPr lang="vi-VN" dirty="0" err="1"/>
              <a:t>deploy</a:t>
            </a:r>
            <a:r>
              <a:rPr lang="vi-VN" dirty="0"/>
              <a:t> </a:t>
            </a:r>
            <a:r>
              <a:rPr lang="vi-VN" dirty="0" err="1"/>
              <a:t>nếu</a:t>
            </a:r>
            <a:r>
              <a:rPr lang="vi-VN" dirty="0"/>
              <a:t> </a:t>
            </a:r>
            <a:r>
              <a:rPr lang="vi-VN" dirty="0" err="1"/>
              <a:t>fine-tune</a:t>
            </a:r>
            <a:r>
              <a:rPr lang="vi-VN" dirty="0"/>
              <a:t> </a:t>
            </a:r>
            <a:r>
              <a:rPr lang="vi-VN" dirty="0" err="1"/>
              <a:t>thật</a:t>
            </a:r>
            <a:r>
              <a:rPr lang="vi-VN" dirty="0"/>
              <a:t> </a:t>
            </a:r>
            <a:r>
              <a:rPr lang="vi-VN" dirty="0" err="1"/>
              <a:t>sự</a:t>
            </a:r>
            <a:r>
              <a:rPr lang="vi-VN" dirty="0"/>
              <a:t> </a:t>
            </a:r>
            <a:r>
              <a:rPr lang="vi-VN" dirty="0" err="1"/>
              <a:t>tốt</a:t>
            </a:r>
            <a:r>
              <a:rPr lang="vi-VN" dirty="0"/>
              <a:t> hơn.</a:t>
            </a:r>
            <a:endParaRPr lang="en-US" dirty="0"/>
          </a:p>
          <a:p>
            <a:pPr lvl="1"/>
            <a:r>
              <a:rPr lang="vi-VN" dirty="0" err="1"/>
              <a:t>Debug</a:t>
            </a:r>
            <a:r>
              <a:rPr lang="vi-VN" dirty="0"/>
              <a:t> </a:t>
            </a:r>
            <a:r>
              <a:rPr lang="vi-VN" dirty="0" err="1"/>
              <a:t>dataset</a:t>
            </a:r>
            <a:endParaRPr lang="en-US" dirty="0"/>
          </a:p>
          <a:p>
            <a:pPr lvl="1"/>
            <a:r>
              <a:rPr lang="vi-VN" dirty="0" err="1"/>
              <a:t>Ước</a:t>
            </a:r>
            <a:r>
              <a:rPr lang="vi-VN" dirty="0"/>
              <a:t> </a:t>
            </a:r>
            <a:r>
              <a:rPr lang="vi-VN" dirty="0" err="1"/>
              <a:t>lượng</a:t>
            </a:r>
            <a:r>
              <a:rPr lang="vi-VN" dirty="0"/>
              <a:t> chi </a:t>
            </a:r>
            <a:r>
              <a:rPr lang="vi-VN" dirty="0" err="1"/>
              <a:t>phí</a:t>
            </a:r>
            <a:endParaRPr lang="en-US" dirty="0"/>
          </a:p>
          <a:p>
            <a:pPr lvl="1"/>
            <a:r>
              <a:rPr lang="vi-VN" dirty="0" err="1"/>
              <a:t>Kiểm</a:t>
            </a:r>
            <a:r>
              <a:rPr lang="vi-VN" dirty="0"/>
              <a:t> tra </a:t>
            </a:r>
            <a:r>
              <a:rPr lang="vi-VN" dirty="0" err="1"/>
              <a:t>model</a:t>
            </a:r>
            <a:r>
              <a:rPr lang="vi-VN" dirty="0"/>
              <a:t> </a:t>
            </a:r>
            <a:r>
              <a:rPr lang="vi-VN" dirty="0" err="1"/>
              <a:t>có</a:t>
            </a:r>
            <a:r>
              <a:rPr lang="vi-VN" dirty="0"/>
              <a:t> </a:t>
            </a:r>
            <a:r>
              <a:rPr lang="vi-VN" dirty="0" err="1"/>
              <a:t>học</a:t>
            </a:r>
            <a:r>
              <a:rPr lang="vi-VN" dirty="0"/>
              <a:t> </a:t>
            </a:r>
            <a:r>
              <a:rPr lang="vi-VN" dirty="0" err="1"/>
              <a:t>đúng</a:t>
            </a:r>
            <a:r>
              <a:rPr lang="vi-VN" dirty="0"/>
              <a:t> không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6. Deploy + Monitor (Production)</a:t>
            </a:r>
          </a:p>
          <a:p>
            <a:pPr lvl="1"/>
            <a:r>
              <a:rPr lang="en-US" dirty="0"/>
              <a:t>Monitor hallucination, Monitor drift, Thu </a:t>
            </a:r>
            <a:r>
              <a:rPr lang="en-US" dirty="0" err="1"/>
              <a:t>thập</a:t>
            </a:r>
            <a:r>
              <a:rPr lang="en-US" dirty="0"/>
              <a:t> feedback user</a:t>
            </a:r>
          </a:p>
        </p:txBody>
      </p:sp>
    </p:spTree>
    <p:extLst>
      <p:ext uri="{BB962C8B-B14F-4D97-AF65-F5344CB8AC3E}">
        <p14:creationId xmlns:p14="http://schemas.microsoft.com/office/powerpoint/2010/main" val="17167461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Fine-Tune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training local</a:t>
            </a:r>
          </a:p>
          <a:p>
            <a:pPr lvl="1"/>
            <a:r>
              <a:rPr lang="en-US" dirty="0"/>
              <a:t>|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        | Cost     |</a:t>
            </a:r>
          </a:p>
          <a:p>
            <a:pPr lvl="1"/>
            <a:r>
              <a:rPr lang="en-US" dirty="0"/>
              <a:t>| ----------------- | -------- |</a:t>
            </a:r>
          </a:p>
          <a:p>
            <a:pPr lvl="1"/>
            <a:r>
              <a:rPr lang="en-US" dirty="0"/>
              <a:t>| </a:t>
            </a: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data        |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lực</a:t>
            </a:r>
            <a:r>
              <a:rPr lang="en-US" dirty="0"/>
              <a:t> |</a:t>
            </a:r>
          </a:p>
          <a:p>
            <a:pPr lvl="1"/>
            <a:r>
              <a:rPr lang="en-US" dirty="0"/>
              <a:t>| Clean data        |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lực</a:t>
            </a:r>
            <a:r>
              <a:rPr lang="en-US" dirty="0"/>
              <a:t> |</a:t>
            </a:r>
          </a:p>
          <a:p>
            <a:pPr lvl="1"/>
            <a:r>
              <a:rPr lang="en-US" dirty="0"/>
              <a:t>| Review answer     |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lực</a:t>
            </a:r>
            <a:r>
              <a:rPr lang="en-US" dirty="0"/>
              <a:t> |</a:t>
            </a:r>
          </a:p>
          <a:p>
            <a:pPr lvl="1"/>
            <a:r>
              <a:rPr lang="en-US" dirty="0"/>
              <a:t>| Fix hallucination |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lực</a:t>
            </a:r>
            <a:r>
              <a:rPr lang="en-US" dirty="0"/>
              <a:t> |</a:t>
            </a:r>
          </a:p>
          <a:p>
            <a:pPr marL="514350" indent="-514350">
              <a:buAutoNum type="arabicPeriod"/>
            </a:pPr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  <a:p>
            <a:pPr lvl="1"/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Fine-Tune </a:t>
            </a:r>
            <a:r>
              <a:rPr lang="en-US" dirty="0" err="1"/>
              <a:t>trên</a:t>
            </a:r>
            <a:r>
              <a:rPr lang="en-US" dirty="0"/>
              <a:t> Azure = Training + Storage + Inference + Operations</a:t>
            </a:r>
          </a:p>
        </p:txBody>
      </p:sp>
    </p:spTree>
    <p:extLst>
      <p:ext uri="{BB962C8B-B14F-4D97-AF65-F5344CB8AC3E}">
        <p14:creationId xmlns:p14="http://schemas.microsoft.com/office/powerpoint/2010/main" val="229429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Fine-Tune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Chi phí Compute Training (Lớn nhất)</a:t>
            </a:r>
          </a:p>
          <a:p>
            <a:pPr lvl="1"/>
            <a:r>
              <a:rPr lang="vi-VN" dirty="0" err="1"/>
              <a:t>Bạn</a:t>
            </a:r>
            <a:r>
              <a:rPr lang="vi-VN" dirty="0"/>
              <a:t> </a:t>
            </a:r>
            <a:r>
              <a:rPr lang="vi-VN" dirty="0" err="1"/>
              <a:t>trả</a:t>
            </a:r>
            <a:r>
              <a:rPr lang="vi-VN" dirty="0"/>
              <a:t> </a:t>
            </a:r>
            <a:r>
              <a:rPr lang="vi-VN" dirty="0" err="1"/>
              <a:t>tiền</a:t>
            </a:r>
            <a:r>
              <a:rPr lang="vi-VN" dirty="0"/>
              <a:t> cho:</a:t>
            </a:r>
            <a:endParaRPr lang="en-US" dirty="0"/>
          </a:p>
          <a:p>
            <a:pPr lvl="2"/>
            <a:r>
              <a:rPr lang="vi-VN" dirty="0" err="1"/>
              <a:t>Số</a:t>
            </a:r>
            <a:r>
              <a:rPr lang="vi-VN" dirty="0"/>
              <a:t> </a:t>
            </a:r>
            <a:r>
              <a:rPr lang="vi-VN" dirty="0" err="1"/>
              <a:t>token</a:t>
            </a:r>
            <a:r>
              <a:rPr lang="vi-VN" dirty="0"/>
              <a:t> trong </a:t>
            </a:r>
            <a:r>
              <a:rPr lang="vi-VN" dirty="0" err="1"/>
              <a:t>training</a:t>
            </a:r>
            <a:r>
              <a:rPr lang="vi-VN" dirty="0"/>
              <a:t> </a:t>
            </a:r>
            <a:r>
              <a:rPr lang="vi-VN" dirty="0" err="1"/>
              <a:t>data</a:t>
            </a:r>
            <a:endParaRPr lang="en-US" dirty="0"/>
          </a:p>
          <a:p>
            <a:pPr lvl="2"/>
            <a:r>
              <a:rPr lang="vi-VN" dirty="0" err="1"/>
              <a:t>Số</a:t>
            </a:r>
            <a:r>
              <a:rPr lang="vi-VN" dirty="0"/>
              <a:t> </a:t>
            </a:r>
            <a:r>
              <a:rPr lang="vi-VN" dirty="0" err="1"/>
              <a:t>epochs</a:t>
            </a:r>
            <a:endParaRPr lang="en-US" dirty="0"/>
          </a:p>
          <a:p>
            <a:pPr lvl="2"/>
            <a:r>
              <a:rPr lang="vi-VN" dirty="0" err="1"/>
              <a:t>Model</a:t>
            </a:r>
            <a:r>
              <a:rPr lang="vi-VN" dirty="0"/>
              <a:t> </a:t>
            </a:r>
            <a:r>
              <a:rPr lang="vi-VN" dirty="0" err="1"/>
              <a:t>được</a:t>
            </a:r>
            <a:r>
              <a:rPr lang="vi-VN" dirty="0"/>
              <a:t> </a:t>
            </a:r>
            <a:r>
              <a:rPr lang="vi-VN" dirty="0" err="1"/>
              <a:t>fine-tune</a:t>
            </a:r>
            <a:endParaRPr lang="en-US" dirty="0"/>
          </a:p>
          <a:p>
            <a:pPr lvl="1"/>
            <a:r>
              <a:rPr lang="en-US" dirty="0"/>
              <a:t>Chi </a:t>
            </a:r>
            <a:r>
              <a:rPr lang="en-US" dirty="0" err="1"/>
              <a:t>tiết</a:t>
            </a:r>
            <a:endParaRPr lang="it-IT" dirty="0"/>
          </a:p>
          <a:p>
            <a:pPr lvl="2"/>
            <a:r>
              <a:rPr lang="vi-VN" dirty="0"/>
              <a:t>| </a:t>
            </a:r>
            <a:r>
              <a:rPr lang="vi-VN" dirty="0" err="1"/>
              <a:t>Yếu</a:t>
            </a:r>
            <a:r>
              <a:rPr lang="vi-VN" dirty="0"/>
              <a:t> </a:t>
            </a:r>
            <a:r>
              <a:rPr lang="vi-VN" dirty="0" err="1"/>
              <a:t>tố</a:t>
            </a:r>
            <a:r>
              <a:rPr lang="vi-VN" dirty="0"/>
              <a:t>        | </a:t>
            </a:r>
            <a:r>
              <a:rPr lang="vi-VN" dirty="0" err="1"/>
              <a:t>Ảnh</a:t>
            </a:r>
            <a:r>
              <a:rPr lang="vi-VN" dirty="0"/>
              <a:t> </a:t>
            </a:r>
            <a:r>
              <a:rPr lang="vi-VN" dirty="0" err="1"/>
              <a:t>hưởng</a:t>
            </a:r>
            <a:r>
              <a:rPr lang="vi-VN" dirty="0"/>
              <a:t>               |</a:t>
            </a:r>
          </a:p>
          <a:p>
            <a:pPr lvl="2"/>
            <a:r>
              <a:rPr lang="vi-VN" dirty="0"/>
              <a:t>| ------------- | ----------------------- |</a:t>
            </a:r>
          </a:p>
          <a:p>
            <a:pPr lvl="2"/>
            <a:r>
              <a:rPr lang="vi-VN" dirty="0"/>
              <a:t>| </a:t>
            </a:r>
            <a:r>
              <a:rPr lang="vi-VN" dirty="0" err="1"/>
              <a:t>Dataset</a:t>
            </a:r>
            <a:r>
              <a:rPr lang="vi-VN" dirty="0"/>
              <a:t> </a:t>
            </a:r>
            <a:r>
              <a:rPr lang="vi-VN" dirty="0" err="1"/>
              <a:t>size</a:t>
            </a:r>
            <a:r>
              <a:rPr lang="vi-VN" dirty="0"/>
              <a:t>  | </a:t>
            </a:r>
            <a:r>
              <a:rPr lang="vi-VN" dirty="0" err="1"/>
              <a:t>Càng</a:t>
            </a:r>
            <a:r>
              <a:rPr lang="vi-VN" dirty="0"/>
              <a:t> </a:t>
            </a:r>
            <a:r>
              <a:rPr lang="vi-VN" dirty="0" err="1"/>
              <a:t>lớn</a:t>
            </a:r>
            <a:r>
              <a:rPr lang="vi-VN" dirty="0"/>
              <a:t> </a:t>
            </a:r>
            <a:r>
              <a:rPr lang="vi-VN" dirty="0" err="1"/>
              <a:t>càng</a:t>
            </a:r>
            <a:r>
              <a:rPr lang="vi-VN" dirty="0"/>
              <a:t> </a:t>
            </a:r>
            <a:r>
              <a:rPr lang="vi-VN" dirty="0" err="1"/>
              <a:t>tốn</a:t>
            </a:r>
            <a:r>
              <a:rPr lang="vi-VN" dirty="0"/>
              <a:t>       |</a:t>
            </a:r>
          </a:p>
          <a:p>
            <a:pPr lvl="2"/>
            <a:r>
              <a:rPr lang="vi-VN" dirty="0"/>
              <a:t>| </a:t>
            </a:r>
            <a:r>
              <a:rPr lang="vi-VN" dirty="0" err="1"/>
              <a:t>Epochs</a:t>
            </a:r>
            <a:r>
              <a:rPr lang="vi-VN" dirty="0"/>
              <a:t>        | </a:t>
            </a:r>
            <a:r>
              <a:rPr lang="vi-VN" dirty="0" err="1"/>
              <a:t>Epochs</a:t>
            </a:r>
            <a:r>
              <a:rPr lang="vi-VN" dirty="0"/>
              <a:t> </a:t>
            </a:r>
            <a:r>
              <a:rPr lang="vi-VN" dirty="0" err="1"/>
              <a:t>nhiều</a:t>
            </a:r>
            <a:r>
              <a:rPr lang="vi-VN" dirty="0"/>
              <a:t> = </a:t>
            </a:r>
            <a:r>
              <a:rPr lang="vi-VN" dirty="0" err="1"/>
              <a:t>tốn</a:t>
            </a:r>
            <a:r>
              <a:rPr lang="vi-VN" dirty="0"/>
              <a:t>      |</a:t>
            </a:r>
          </a:p>
          <a:p>
            <a:pPr lvl="2"/>
            <a:r>
              <a:rPr lang="vi-VN" dirty="0"/>
              <a:t>| </a:t>
            </a:r>
            <a:r>
              <a:rPr lang="vi-VN" dirty="0" err="1"/>
              <a:t>Model</a:t>
            </a:r>
            <a:r>
              <a:rPr lang="vi-VN" dirty="0"/>
              <a:t> </a:t>
            </a:r>
            <a:r>
              <a:rPr lang="vi-VN" dirty="0" err="1"/>
              <a:t>size</a:t>
            </a:r>
            <a:r>
              <a:rPr lang="vi-VN" dirty="0"/>
              <a:t>    | GPT-4o &gt; GPT-4o-mini    |</a:t>
            </a:r>
          </a:p>
          <a:p>
            <a:pPr lvl="2"/>
            <a:r>
              <a:rPr lang="vi-VN" dirty="0"/>
              <a:t>| </a:t>
            </a:r>
            <a:r>
              <a:rPr lang="vi-VN" dirty="0" err="1"/>
              <a:t>Prompt</a:t>
            </a:r>
            <a:r>
              <a:rPr lang="vi-VN" dirty="0"/>
              <a:t> </a:t>
            </a:r>
            <a:r>
              <a:rPr lang="vi-VN" dirty="0" err="1"/>
              <a:t>length</a:t>
            </a:r>
            <a:r>
              <a:rPr lang="vi-VN" dirty="0"/>
              <a:t> | </a:t>
            </a:r>
            <a:r>
              <a:rPr lang="vi-VN" dirty="0" err="1"/>
              <a:t>Prompt</a:t>
            </a:r>
            <a:r>
              <a:rPr lang="vi-VN" dirty="0"/>
              <a:t> </a:t>
            </a:r>
            <a:r>
              <a:rPr lang="vi-VN" dirty="0" err="1"/>
              <a:t>dài</a:t>
            </a:r>
            <a:r>
              <a:rPr lang="vi-VN" dirty="0"/>
              <a:t> = tăng </a:t>
            </a:r>
            <a:r>
              <a:rPr lang="vi-VN" dirty="0" err="1"/>
              <a:t>token</a:t>
            </a:r>
            <a:r>
              <a:rPr lang="vi-VN" dirty="0"/>
              <a:t> |</a:t>
            </a:r>
          </a:p>
          <a:p>
            <a:pPr lvl="2"/>
            <a:r>
              <a:rPr lang="en-US" dirty="0"/>
              <a:t>Tip: </a:t>
            </a:r>
            <a:r>
              <a:rPr lang="vi-VN" dirty="0" err="1"/>
              <a:t>Fine-tune</a:t>
            </a:r>
            <a:r>
              <a:rPr lang="vi-VN" dirty="0"/>
              <a:t> GPT-4o-mini </a:t>
            </a:r>
            <a:r>
              <a:rPr lang="vi-VN" dirty="0" err="1"/>
              <a:t>rẻ</a:t>
            </a:r>
            <a:r>
              <a:rPr lang="vi-VN" dirty="0"/>
              <a:t> hơn </a:t>
            </a:r>
            <a:r>
              <a:rPr lang="vi-VN" dirty="0" err="1"/>
              <a:t>rất</a:t>
            </a:r>
            <a:r>
              <a:rPr lang="vi-VN" dirty="0"/>
              <a:t> </a:t>
            </a:r>
            <a:r>
              <a:rPr lang="vi-VN" dirty="0" err="1"/>
              <a:t>nhiều</a:t>
            </a:r>
            <a:r>
              <a:rPr lang="vi-VN" dirty="0"/>
              <a:t> so </a:t>
            </a:r>
            <a:r>
              <a:rPr lang="vi-VN" dirty="0" err="1"/>
              <a:t>với</a:t>
            </a:r>
            <a:r>
              <a:rPr lang="vi-VN" dirty="0"/>
              <a:t> GPT-4o </a:t>
            </a:r>
            <a:r>
              <a:rPr lang="vi-VN" dirty="0" err="1"/>
              <a:t>full</a:t>
            </a:r>
            <a:r>
              <a:rPr lang="vi-VN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793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Fine-Tune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  <a:p>
            <a:pPr marL="0" indent="0">
              <a:buNone/>
            </a:pPr>
            <a:r>
              <a:rPr lang="it-IT" dirty="0"/>
              <a:t>2. Chi phí Storage (Dữ liệu &amp; Model)</a:t>
            </a:r>
          </a:p>
          <a:p>
            <a:pPr lvl="1"/>
            <a:r>
              <a:rPr lang="it-IT" dirty="0"/>
              <a:t>Chi phí lưu tr</a:t>
            </a:r>
            <a:r>
              <a:rPr lang="en-US" dirty="0"/>
              <a:t>ữ dataset (</a:t>
            </a:r>
            <a:r>
              <a:rPr lang="en-US" dirty="0" err="1"/>
              <a:t>trainning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validation data)</a:t>
            </a:r>
          </a:p>
          <a:p>
            <a:pPr lvl="1"/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trữ</a:t>
            </a:r>
            <a:r>
              <a:rPr lang="en-US" dirty="0"/>
              <a:t> Logs &amp; metrics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training</a:t>
            </a:r>
            <a:endParaRPr lang="it-IT" dirty="0"/>
          </a:p>
          <a:p>
            <a:pPr lvl="1"/>
            <a:r>
              <a:rPr lang="vi-VN" dirty="0"/>
              <a:t>Chi </a:t>
            </a:r>
            <a:r>
              <a:rPr lang="vi-VN" dirty="0" err="1"/>
              <a:t>phí</a:t>
            </a:r>
            <a:r>
              <a:rPr lang="vi-VN" dirty="0"/>
              <a:t> </a:t>
            </a:r>
            <a:r>
              <a:rPr lang="vi-VN" dirty="0" err="1"/>
              <a:t>thường</a:t>
            </a:r>
            <a:r>
              <a:rPr lang="vi-VN" dirty="0"/>
              <a:t> </a:t>
            </a:r>
            <a:r>
              <a:rPr lang="vi-VN" dirty="0" err="1"/>
              <a:t>nhỏ</a:t>
            </a:r>
            <a:r>
              <a:rPr lang="en-US" dirty="0"/>
              <a:t> (</a:t>
            </a:r>
            <a:r>
              <a:rPr lang="en-US" dirty="0" err="1"/>
              <a:t>trừ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dataset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lớn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3. </a:t>
            </a:r>
            <a:r>
              <a:rPr lang="it-IT" dirty="0"/>
              <a:t>Chi phí Inference Model Fine-Tuned (Khi chạy thật)</a:t>
            </a:r>
          </a:p>
          <a:p>
            <a:pPr lvl="1"/>
            <a:r>
              <a:rPr lang="it-IT" dirty="0"/>
              <a:t>Sau khi deploy, bạn trả tiền cho:</a:t>
            </a:r>
          </a:p>
          <a:p>
            <a:pPr lvl="2"/>
            <a:r>
              <a:rPr lang="it-IT" dirty="0"/>
              <a:t>Token input, Token output</a:t>
            </a:r>
          </a:p>
          <a:p>
            <a:pPr lvl="2"/>
            <a:r>
              <a:rPr lang="it-IT" dirty="0"/>
              <a:t>Model inference compute</a:t>
            </a:r>
          </a:p>
          <a:p>
            <a:pPr lvl="1"/>
            <a:r>
              <a:rPr lang="it-IT" dirty="0"/>
              <a:t>So sánh</a:t>
            </a:r>
          </a:p>
          <a:p>
            <a:pPr lvl="2"/>
            <a:r>
              <a:rPr lang="vi-VN" dirty="0"/>
              <a:t>| </a:t>
            </a:r>
            <a:r>
              <a:rPr lang="vi-VN" dirty="0" err="1"/>
              <a:t>Base</a:t>
            </a:r>
            <a:r>
              <a:rPr lang="vi-VN" dirty="0"/>
              <a:t> </a:t>
            </a:r>
            <a:r>
              <a:rPr lang="vi-VN" dirty="0" err="1"/>
              <a:t>Model</a:t>
            </a:r>
            <a:r>
              <a:rPr lang="vi-VN" dirty="0"/>
              <a:t>        | </a:t>
            </a:r>
            <a:r>
              <a:rPr lang="vi-VN" dirty="0" err="1"/>
              <a:t>Fine-Tuned</a:t>
            </a:r>
            <a:r>
              <a:rPr lang="vi-VN" dirty="0"/>
              <a:t> </a:t>
            </a:r>
            <a:r>
              <a:rPr lang="vi-VN" dirty="0" err="1"/>
              <a:t>Model</a:t>
            </a:r>
            <a:r>
              <a:rPr lang="vi-VN" dirty="0"/>
              <a:t>          |</a:t>
            </a:r>
          </a:p>
          <a:p>
            <a:pPr lvl="2"/>
            <a:r>
              <a:rPr lang="vi-VN" dirty="0"/>
              <a:t>| ----------------- | ------------------------- |</a:t>
            </a:r>
          </a:p>
          <a:p>
            <a:pPr lvl="2"/>
            <a:r>
              <a:rPr lang="vi-VN" dirty="0"/>
              <a:t>| </a:t>
            </a:r>
            <a:r>
              <a:rPr lang="vi-VN" dirty="0" err="1"/>
              <a:t>Rẻ</a:t>
            </a:r>
            <a:r>
              <a:rPr lang="vi-VN" dirty="0"/>
              <a:t>                | </a:t>
            </a:r>
            <a:r>
              <a:rPr lang="vi-VN" dirty="0" err="1"/>
              <a:t>Thường</a:t>
            </a:r>
            <a:r>
              <a:rPr lang="vi-VN" dirty="0"/>
              <a:t> **</a:t>
            </a:r>
            <a:r>
              <a:rPr lang="vi-VN" dirty="0" err="1"/>
              <a:t>đắt</a:t>
            </a:r>
            <a:r>
              <a:rPr lang="vi-VN" dirty="0"/>
              <a:t> hơn 10–30%** |</a:t>
            </a:r>
          </a:p>
          <a:p>
            <a:pPr lvl="2"/>
            <a:r>
              <a:rPr lang="vi-VN" dirty="0"/>
              <a:t>| Không </a:t>
            </a:r>
            <a:r>
              <a:rPr lang="vi-VN" dirty="0" err="1"/>
              <a:t>tối</a:t>
            </a:r>
            <a:r>
              <a:rPr lang="vi-VN" dirty="0"/>
              <a:t> ưu </a:t>
            </a:r>
            <a:r>
              <a:rPr lang="vi-VN" dirty="0" err="1"/>
              <a:t>task</a:t>
            </a:r>
            <a:r>
              <a:rPr lang="vi-VN" dirty="0"/>
              <a:t> | </a:t>
            </a:r>
            <a:r>
              <a:rPr lang="vi-VN" dirty="0" err="1"/>
              <a:t>Chính</a:t>
            </a:r>
            <a:r>
              <a:rPr lang="vi-VN" dirty="0"/>
              <a:t> </a:t>
            </a:r>
            <a:r>
              <a:rPr lang="vi-VN" dirty="0" err="1"/>
              <a:t>xác</a:t>
            </a:r>
            <a:r>
              <a:rPr lang="vi-VN" dirty="0"/>
              <a:t> hơn             |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3200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5C88-F4AF-455A-8324-E302EED8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Fine-Tune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1AD3B-8519-4A93-ACB3-4399F3171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Azure</a:t>
            </a:r>
          </a:p>
          <a:p>
            <a:pPr marL="0" indent="0">
              <a:buNone/>
            </a:pPr>
            <a:r>
              <a:rPr lang="it-IT" dirty="0"/>
              <a:t>4. Các chi khác của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dụng</a:t>
            </a:r>
            <a:endParaRPr lang="it-IT" dirty="0"/>
          </a:p>
          <a:p>
            <a:pPr lvl="1"/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Infrastructure </a:t>
            </a:r>
            <a:r>
              <a:rPr lang="en-US" dirty="0" err="1"/>
              <a:t>phụ</a:t>
            </a:r>
            <a:r>
              <a:rPr lang="en-US" dirty="0"/>
              <a:t> </a:t>
            </a:r>
            <a:r>
              <a:rPr lang="en-US" dirty="0" err="1"/>
              <a:t>trợ</a:t>
            </a:r>
            <a:r>
              <a:rPr lang="en-US" dirty="0"/>
              <a:t>: API backend, Cache, RAG vector DB</a:t>
            </a:r>
          </a:p>
          <a:p>
            <a:pPr lvl="1"/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Networking: Private Endpoint, Outbound traffic, Firewall</a:t>
            </a:r>
            <a:endParaRPr lang="it-IT" dirty="0"/>
          </a:p>
          <a:p>
            <a:pPr lvl="1"/>
            <a:r>
              <a:rPr lang="en-US" dirty="0"/>
              <a:t>Chi </a:t>
            </a:r>
            <a:r>
              <a:rPr lang="en-US" dirty="0" err="1"/>
              <a:t>phí</a:t>
            </a:r>
            <a:r>
              <a:rPr lang="en-US" dirty="0"/>
              <a:t> </a:t>
            </a:r>
            <a:r>
              <a:rPr lang="en-US" dirty="0" err="1"/>
              <a:t>MLOps</a:t>
            </a:r>
            <a:r>
              <a:rPr lang="en-US" dirty="0"/>
              <a:t> / DevOps: CI/CD pipelines (Azure DevOps), Versioning models (Storage), Retraining (Compute)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34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591</TotalTime>
  <Words>2190</Words>
  <Application>Microsoft Office PowerPoint</Application>
  <PresentationFormat>Widescreen</PresentationFormat>
  <Paragraphs>180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1. Pre-trained model</vt:lpstr>
      <vt:lpstr>2. Fine-tuning</vt:lpstr>
      <vt:lpstr>2. Fine-tuning</vt:lpstr>
      <vt:lpstr>2. Fine-tuning</vt:lpstr>
      <vt:lpstr>3.Fine-tune &amp; RAG &amp; (System + User) Prompt</vt:lpstr>
      <vt:lpstr>Fine-tune &amp; RAG &amp; (System + User) Prompt</vt:lpstr>
      <vt:lpstr>Fine-tune &amp; RAG &amp; (System + User) Prompt</vt:lpstr>
      <vt:lpstr>Fine-tune &amp; RAG &amp; (System + User) Prompt</vt:lpstr>
      <vt:lpstr>Fine-tune &amp; RAG &amp; (System + User) Prompt</vt:lpstr>
      <vt:lpstr>Fine-tune &amp; RAG &amp; (System + User) Prompt</vt:lpstr>
      <vt:lpstr>Các phương pháp Fine-Tune</vt:lpstr>
      <vt:lpstr>Chuẩn bị dữ liệu để trainning và validation</vt:lpstr>
      <vt:lpstr>Chuẩn bị dữ liệu để trainning và validation</vt:lpstr>
      <vt:lpstr>Chuẩn bị dữ liệu để trainning và validation</vt:lpstr>
      <vt:lpstr>Flow Fine-Tune</vt:lpstr>
      <vt:lpstr>Flow Fine-Tune</vt:lpstr>
      <vt:lpstr>Flow Fine-Tune</vt:lpstr>
      <vt:lpstr>Flow Fine-Tune</vt:lpstr>
      <vt:lpstr>Các chi phí khi triển khai Fine-Tune trên Azure</vt:lpstr>
      <vt:lpstr>Các chi phí khi triển khai Fine-Tune trên Azure</vt:lpstr>
      <vt:lpstr>Các chi phí khi triển khai Fine-Tune trên Azure</vt:lpstr>
      <vt:lpstr>Các chi phí khi triển khai Fine-Tune trên Azure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Long Dang</dc:creator>
  <cp:lastModifiedBy>Long Dang</cp:lastModifiedBy>
  <cp:revision>18</cp:revision>
  <dcterms:created xsi:type="dcterms:W3CDTF">2026-01-25T04:33:39Z</dcterms:created>
  <dcterms:modified xsi:type="dcterms:W3CDTF">2026-01-27T07:49:22Z</dcterms:modified>
</cp:coreProperties>
</file>